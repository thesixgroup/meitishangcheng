
<file path=[Content_Types].xml><?xml version="1.0" encoding="utf-8"?>
<Types xmlns="http://schemas.openxmlformats.org/package/2006/content-types">
  <Default ContentType="image/png" Extension="png"/>
  <Default ContentType="application/vnd.openxmlformats-package.relationships+xml" Extension="rels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23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3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  <Override PartName="/docProps/custom.xml" ContentType="application/vnd.openxmlformats-officedocument.custom-properties+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Relationship Id="rId3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  <p:sldMasterId id="2147483661" r:id="rId9"/>
  </p:sldMasterIdLst>
  <p:notesMasterIdLst>
    <p:notesMasterId r:id="rId6"/>
  </p:notes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1.xml" Type="http://schemas.openxmlformats.org/officeDocument/2006/relationships/slide"/><Relationship Id="rId11" Target="slides/slide2.xml" Type="http://schemas.openxmlformats.org/officeDocument/2006/relationships/slide"/><Relationship Id="rId12" Target="slides/slide3.xml" Type="http://schemas.openxmlformats.org/officeDocument/2006/relationships/slide"/><Relationship Id="rId13" Target="slides/slide4.xml" Type="http://schemas.openxmlformats.org/officeDocument/2006/relationships/slide"/><Relationship Id="rId14" Target="slides/slide5.xml" Type="http://schemas.openxmlformats.org/officeDocument/2006/relationships/slide"/><Relationship Id="rId15" Target="slides/slide6.xml" Type="http://schemas.openxmlformats.org/officeDocument/2006/relationships/slide"/><Relationship Id="rId16" Target="slides/slide7.xml" Type="http://schemas.openxmlformats.org/officeDocument/2006/relationships/slide"/><Relationship Id="rId17" Target="slides/slide8.xml" Type="http://schemas.openxmlformats.org/officeDocument/2006/relationships/slide"/><Relationship Id="rId18" Target="slides/slide9.xml" Type="http://schemas.openxmlformats.org/officeDocument/2006/relationships/slide"/><Relationship Id="rId19" Target="slides/slide10.xml" Type="http://schemas.openxmlformats.org/officeDocument/2006/relationships/slide"/><Relationship Id="rId2" Target="viewProps.xml" Type="http://schemas.openxmlformats.org/officeDocument/2006/relationships/viewProps"/><Relationship Id="rId20" Target="slides/slide11.xml" Type="http://schemas.openxmlformats.org/officeDocument/2006/relationships/slide"/><Relationship Id="rId21" Target="slides/slide12.xml" Type="http://schemas.openxmlformats.org/officeDocument/2006/relationships/slide"/><Relationship Id="rId22" Target="slides/slide13.xml" Type="http://schemas.openxmlformats.org/officeDocument/2006/relationships/slide"/><Relationship Id="rId23" Target="slides/slide14.xml" Type="http://schemas.openxmlformats.org/officeDocument/2006/relationships/slide"/><Relationship Id="rId24" Target="notesSlides/notesSlide1.xml" Type="http://schemas.openxmlformats.org/officeDocument/2006/relationships/notesSlide"/><Relationship Id="rId25" Target="notesSlides/notesSlide2.xml" Type="http://schemas.openxmlformats.org/officeDocument/2006/relationships/notesSlide"/><Relationship Id="rId26" Target="notesSlides/notesSlide3.xml" Type="http://schemas.openxmlformats.org/officeDocument/2006/relationships/notesSlide"/><Relationship Id="rId27" Target="notesSlides/notesSlide4.xml" Type="http://schemas.openxmlformats.org/officeDocument/2006/relationships/notesSlide"/><Relationship Id="rId28" Target="notesSlides/notesSlide5.xml" Type="http://schemas.openxmlformats.org/officeDocument/2006/relationships/notesSlide"/><Relationship Id="rId29" Target="notesSlides/notesSlide6.xml" Type="http://schemas.openxmlformats.org/officeDocument/2006/relationships/notesSlide"/><Relationship Id="rId3" Target="presProps.xml" Type="http://schemas.openxmlformats.org/officeDocument/2006/relationships/presProps"/><Relationship Id="rId30" Target="notesSlides/notesSlide7.xml" Type="http://schemas.openxmlformats.org/officeDocument/2006/relationships/notesSlide"/><Relationship Id="rId31" Target="notesSlides/notesSlide8.xml" Type="http://schemas.openxmlformats.org/officeDocument/2006/relationships/notesSlide"/><Relationship Id="rId32" Target="notesSlides/notesSlide9.xml" Type="http://schemas.openxmlformats.org/officeDocument/2006/relationships/notesSlide"/><Relationship Id="rId33" Target="notesSlides/notesSlide10.xml" Type="http://schemas.openxmlformats.org/officeDocument/2006/relationships/notesSlide"/><Relationship Id="rId34" Target="notesSlides/notesSlide11.xml" Type="http://schemas.openxmlformats.org/officeDocument/2006/relationships/notesSlide"/><Relationship Id="rId4" Target="slideMasters/slideMaster1.xml" Type="http://schemas.openxmlformats.org/officeDocument/2006/relationships/slideMaster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Masters/slideMaster3.xml" Type="http://schemas.openxmlformats.org/officeDocument/2006/relationships/slideMaster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13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14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15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16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17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18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19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20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21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22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23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" type="body" sz="quarter" hasCustomPrompt="true"/>
          </p:nvPr>
        </p:nvSpPr>
        <p:spPr>
          <a:xfrm rot="0" flipH="false" flipV="false">
            <a:off x="685800" y="2130425"/>
            <a:ext cx="7772400" cy="14700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ctr" defTabSz="457200">
              <a:lnSpc>
                <a:spcPct val="100000"/>
              </a:lnSpc>
              <a:defRPr sz="4400" b="false" i="false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algn="ctr" marL="0" indent="0" defTabSz="457200">
              <a:lnSpc>
                <a:spcPct val="100000"/>
              </a:lnSpc>
            </a:pPr>
            <a:r>
              <a:rPr lang="en-US" b="false" i="false" strike="noStrike" u="none" sz="4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title style</a:t>
            </a:r>
          </a:p>
        </p:txBody>
      </p:sp>
      <p:sp>
        <p:nvSpPr>
          <p:cNvPr name="AutoShape 3" id="3"/>
          <p:cNvSpPr/>
          <p:nvPr>
            <p:ph idx="7" type="body" sz="quarter" hasCustomPrompt="true"/>
          </p:nvPr>
        </p:nvSpPr>
        <p:spPr>
          <a:xfrm rot="0" flipH="false" flipV="false">
            <a:off x="1371600" y="3886200"/>
            <a:ext cx="6400800" cy="1752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rmAutofit lnSpcReduction="0"/>
          </a:bodyPr>
          <a:lstStyle>
            <a:lvl1pPr algn="ctr" defTabSz="457200">
              <a:lnSpc>
                <a:spcPct val="100000"/>
              </a:lnSpc>
              <a:defRPr sz="3200" b="false" i="false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algn="ctr" marL="0" indent="0" defTabSz="457200">
              <a:lnSpc>
                <a:spcPct val="100000"/>
              </a:lnSpc>
              <a:spcBef>
                <a:spcPct val="20000"/>
              </a:spcBef>
            </a:pPr>
            <a:r>
              <a:rPr lang="en-US" b="false" i="false" strike="noStrike" u="none" sz="3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Click to edit Master subtitle style</a:t>
            </a:r>
          </a:p>
        </p:txBody>
      </p:sp>
      <p:sp>
        <p:nvSpPr>
          <p:cNvPr name="AutoShape 4" id="4"/>
          <p:cNvSpPr/>
          <p:nvPr>
            <p:ph idx="8" type="body" sz="quarter" hasCustomPrompt="true"/>
          </p:nvPr>
        </p:nvSpPr>
        <p:spPr>
          <a:xfrm rot="0" flipH="false" flipV="false"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457200">
              <a:lnSpc>
                <a:spcPct val="100000"/>
              </a:lnSpc>
              <a:defRPr sz="1200" b="false" i="false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10/22/2026</a:t>
            </a:r>
          </a:p>
        </p:txBody>
      </p:sp>
      <p:sp>
        <p:nvSpPr>
          <p:cNvPr name="AutoShape 5" id="5"/>
          <p:cNvSpPr/>
          <p:nvPr>
            <p:ph idx="9" type="body" sz="quarter" hasCustomPrompt="true"/>
          </p:nvPr>
        </p:nvSpPr>
        <p:spPr>
          <a:xfrm rot="0" flipH="false" flipV="false"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noAutofit/>
          </a:bodyPr>
          <a:lstStyle>
            <a:lvl1pPr algn="ctr" defTabSz="457200">
              <a:lnSpc>
                <a:spcPct val="100000"/>
              </a:lnSpc>
              <a:defRPr sz="12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marL="0" indent="0" defTabSz="4572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name="AutoShape 6" id="6"/>
          <p:cNvSpPr/>
          <p:nvPr>
            <p:ph idx="10" type="body" sz="quarter" hasCustomPrompt="true"/>
          </p:nvPr>
        </p:nvSpPr>
        <p:spPr>
          <a:xfrm rot="0" flipH="false" flipV="false"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 defTabSz="457200">
              <a:lnSpc>
                <a:spcPct val="100000"/>
              </a:lnSpc>
              <a:defRPr sz="1200" b="false" i="false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algn="r" marL="0" indent="0" defTabSz="457200">
              <a:lnSpc>
                <a:spcPct val="100000"/>
              </a:lnSpc>
            </a:pPr>
            <a:fld type="slidenum" id="{31055FD1-ED44-42D7-85C8-9FB8CC18E5AD}">
              <a:rPr b="false" i="false" strike="noStrike" u="none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1" type="body" sz="quarter" hasCustomPrompt="true"/>
          </p:nvPr>
        </p:nvSpPr>
        <p:spPr>
          <a:xfrm rot="0" flipH="false" flipV="false">
            <a:off x="457200" y="274638"/>
            <a:ext cx="8229600" cy="1143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rmAutofit lnSpcReduction="0"/>
          </a:bodyPr>
          <a:lstStyle>
            <a:lvl1pPr algn="ctr" defTabSz="457200">
              <a:lnSpc>
                <a:spcPct val="100000"/>
              </a:lnSpc>
              <a:defRPr sz="4400" b="false" i="false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algn="ctr" marL="0" indent="0" defTabSz="457200">
              <a:lnSpc>
                <a:spcPct val="100000"/>
              </a:lnSpc>
            </a:pPr>
            <a:r>
              <a:rPr lang="en-US" b="false" i="false" strike="noStrike" u="none" sz="4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title style</a:t>
            </a:r>
          </a:p>
        </p:txBody>
      </p:sp>
      <p:sp>
        <p:nvSpPr>
          <p:cNvPr name="AutoShape 3" id="3"/>
          <p:cNvSpPr/>
          <p:nvPr>
            <p:ph idx="12" type="body" sz="quarter" hasCustomPrompt="true"/>
          </p:nvPr>
        </p:nvSpPr>
        <p:spPr>
          <a:xfrm rot="0" flipH="false" flipV="false">
            <a:off x="457200" y="1600200"/>
            <a:ext cx="8229600" cy="45259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rmAutofit lnSpcReduction="0"/>
          </a:bodyPr>
          <a:lstStyle>
            <a:lvl1pPr algn="l" defTabSz="457200" marL="749300" indent="-406400">
              <a:lnSpc>
                <a:spcPct val="100000"/>
              </a:lnSpc>
              <a:defRPr sz="3200" b="false" i="false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  <a:lvl2pPr marL="1098550" indent="-355600"/>
            <a:lvl3pPr marL="1447800" indent="-304800"/>
            <a:lvl4pPr marL="1854200" indent="-254000"/>
            <a:lvl5pPr marL="2311400" indent="-254000"/>
            <a:lvl6pPr marL="2768600" indent="-254000"/>
            <a:lvl7pPr marL="3225800" indent="-254000"/>
            <a:lvl8pPr marL="3683000" indent="-254000"/>
            <a:lvl9pPr marL="4140200" indent="-254000"/>
          </a:lstStyle>
          <a:p>
            <a:pPr algn="l" indent="-342900" marL="342900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text styles</a:t>
            </a:r>
          </a:p>
          <a:p>
            <a:pPr algn="l" lvl="1" indent="-285750" marL="742950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b="false" i="false" strike="noStrike" u="none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Second level</a:t>
            </a:r>
          </a:p>
          <a:p>
            <a:pPr algn="l" lvl="2" indent="-228600" marL="1143000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Third level</a:t>
            </a:r>
          </a:p>
          <a:p>
            <a:pPr algn="l" lvl="3" indent="-228600" marL="1600200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b="fals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Fourth level</a:t>
            </a:r>
          </a:p>
          <a:p>
            <a:pPr algn="l" lvl="4" indent="-228600" marL="2057400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»"/>
            </a:pPr>
            <a:r>
              <a:rPr lang="en-US" b="fals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Fifth level</a:t>
            </a:r>
          </a:p>
        </p:txBody>
      </p:sp>
      <p:sp>
        <p:nvSpPr>
          <p:cNvPr name="AutoShape 4" id="4"/>
          <p:cNvSpPr/>
          <p:nvPr>
            <p:ph idx="13" type="body" sz="quarter" hasCustomPrompt="true"/>
          </p:nvPr>
        </p:nvSpPr>
        <p:spPr>
          <a:xfrm rot="0" flipH="false" flipV="false"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457200">
              <a:lnSpc>
                <a:spcPct val="100000"/>
              </a:lnSpc>
              <a:defRPr sz="1200" b="false" i="false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10/22/2026</a:t>
            </a:r>
          </a:p>
        </p:txBody>
      </p:sp>
      <p:sp>
        <p:nvSpPr>
          <p:cNvPr name="AutoShape 5" id="5"/>
          <p:cNvSpPr/>
          <p:nvPr>
            <p:ph idx="14" type="body" sz="quarter" hasCustomPrompt="true"/>
          </p:nvPr>
        </p:nvSpPr>
        <p:spPr>
          <a:xfrm rot="0" flipH="false" flipV="false"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noAutofit/>
          </a:bodyPr>
          <a:lstStyle>
            <a:lvl1pPr algn="ctr" defTabSz="457200">
              <a:lnSpc>
                <a:spcPct val="100000"/>
              </a:lnSpc>
              <a:defRPr sz="12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marL="0" indent="0" defTabSz="4572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name="AutoShape 6" id="6"/>
          <p:cNvSpPr/>
          <p:nvPr>
            <p:ph idx="15" type="body" sz="quarter" hasCustomPrompt="true"/>
          </p:nvPr>
        </p:nvSpPr>
        <p:spPr>
          <a:xfrm rot="0" flipH="false" flipV="false"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 defTabSz="457200">
              <a:lnSpc>
                <a:spcPct val="100000"/>
              </a:lnSpc>
              <a:defRPr sz="1200" b="false" i="false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algn="r" marL="0" indent="0" defTabSz="457200">
              <a:lnSpc>
                <a:spcPct val="100000"/>
              </a:lnSpc>
            </a:pPr>
            <a:fld type="slidenum" id="{893DC1DB-C9A3-43F0-ADFA-164D3EDC14CF}">
              <a:rPr b="false" i="false" strike="noStrike" u="none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6" type="body" sz="quarter" hasCustomPrompt="true"/>
          </p:nvPr>
        </p:nvSpPr>
        <p:spPr>
          <a:xfrm rot="0" flipH="false" flipV="false">
            <a:off x="722313" y="4406900"/>
            <a:ext cx="7772400" cy="13620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rmAutofit lnSpcReduction="0"/>
          </a:bodyPr>
          <a:lstStyle>
            <a:lvl1pPr algn="l" defTabSz="457200">
              <a:lnSpc>
                <a:spcPct val="100000"/>
              </a:lnSpc>
              <a:defRPr sz="4000" b="true" i="false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 defTabSz="457200">
              <a:lnSpc>
                <a:spcPct val="100000"/>
              </a:lnSpc>
            </a:pPr>
            <a:r>
              <a:rPr lang="en-US" b="true" i="false" strike="noStrike" u="none" sz="4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title style</a:t>
            </a:r>
          </a:p>
        </p:txBody>
      </p:sp>
      <p:sp>
        <p:nvSpPr>
          <p:cNvPr name="AutoShape 3" id="3"/>
          <p:cNvSpPr/>
          <p:nvPr>
            <p:ph idx="17" type="body" sz="quarter" hasCustomPrompt="true"/>
          </p:nvPr>
        </p:nvSpPr>
        <p:spPr>
          <a:xfrm rot="0" flipH="false" flipV="false">
            <a:off x="722313" y="2906713"/>
            <a:ext cx="7772400" cy="150018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b" wrap="square" lIns="91440" rIns="91440" tIns="45720" bIns="45720">
            <a:normAutofit lnSpcReduction="0"/>
          </a:bodyPr>
          <a:lstStyle>
            <a:lvl1pPr algn="l" defTabSz="457200">
              <a:lnSpc>
                <a:spcPct val="100000"/>
              </a:lnSpc>
              <a:defRPr sz="2000" b="false" i="false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 defTabSz="457200">
              <a:lnSpc>
                <a:spcPct val="100000"/>
              </a:lnSpc>
              <a:spcBef>
                <a:spcPct val="20000"/>
              </a:spcBef>
            </a:pPr>
            <a:r>
              <a:rPr lang="en-US" b="false" i="false" strike="noStrike" u="none" sz="20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Click to edit Master text styles</a:t>
            </a:r>
          </a:p>
        </p:txBody>
      </p:sp>
      <p:sp>
        <p:nvSpPr>
          <p:cNvPr name="AutoShape 4" id="4"/>
          <p:cNvSpPr/>
          <p:nvPr>
            <p:ph idx="18" type="body" sz="quarter" hasCustomPrompt="true"/>
          </p:nvPr>
        </p:nvSpPr>
        <p:spPr>
          <a:xfrm rot="0" flipH="false" flipV="false"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457200">
              <a:lnSpc>
                <a:spcPct val="100000"/>
              </a:lnSpc>
              <a:defRPr sz="1200" b="false" i="false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10/22/2026</a:t>
            </a:r>
          </a:p>
        </p:txBody>
      </p:sp>
      <p:sp>
        <p:nvSpPr>
          <p:cNvPr name="AutoShape 5" id="5"/>
          <p:cNvSpPr/>
          <p:nvPr>
            <p:ph idx="19" type="body" sz="quarter" hasCustomPrompt="true"/>
          </p:nvPr>
        </p:nvSpPr>
        <p:spPr>
          <a:xfrm rot="0" flipH="false" flipV="false"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noAutofit/>
          </a:bodyPr>
          <a:lstStyle>
            <a:lvl1pPr algn="ctr" defTabSz="457200">
              <a:lnSpc>
                <a:spcPct val="100000"/>
              </a:lnSpc>
              <a:defRPr sz="12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marL="0" indent="0" defTabSz="4572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name="AutoShape 6" id="6"/>
          <p:cNvSpPr/>
          <p:nvPr>
            <p:ph idx="20" type="body" sz="quarter" hasCustomPrompt="true"/>
          </p:nvPr>
        </p:nvSpPr>
        <p:spPr>
          <a:xfrm rot="0" flipH="false" flipV="false"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 defTabSz="457200">
              <a:lnSpc>
                <a:spcPct val="100000"/>
              </a:lnSpc>
              <a:defRPr sz="1200" b="false" i="false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algn="r" marL="0" indent="0" defTabSz="457200">
              <a:lnSpc>
                <a:spcPct val="100000"/>
              </a:lnSpc>
            </a:pPr>
            <a:fld type="slidenum" id="{2495C061-1840-4578-8161-6943CBF2F53A}">
              <a:rPr b="false" i="false" strike="noStrike" u="none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1" type="body" sz="quarter" hasCustomPrompt="true"/>
          </p:nvPr>
        </p:nvSpPr>
        <p:spPr>
          <a:xfrm rot="0" flipH="false" flipV="false">
            <a:off x="457200" y="274638"/>
            <a:ext cx="8229600" cy="1143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rmAutofit lnSpcReduction="0"/>
          </a:bodyPr>
          <a:lstStyle>
            <a:lvl1pPr algn="ctr" defTabSz="457200">
              <a:lnSpc>
                <a:spcPct val="100000"/>
              </a:lnSpc>
              <a:defRPr sz="4400" b="false" i="false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algn="ctr" marL="0" indent="0" defTabSz="457200">
              <a:lnSpc>
                <a:spcPct val="100000"/>
              </a:lnSpc>
            </a:pPr>
            <a:r>
              <a:rPr lang="en-US" b="false" i="false" strike="noStrike" u="none" sz="4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title style</a:t>
            </a:r>
          </a:p>
        </p:txBody>
      </p:sp>
      <p:sp>
        <p:nvSpPr>
          <p:cNvPr name="AutoShape 3" id="3"/>
          <p:cNvSpPr/>
          <p:nvPr>
            <p:ph idx="22" type="body" sz="quarter" hasCustomPrompt="true"/>
          </p:nvPr>
        </p:nvSpPr>
        <p:spPr>
          <a:xfrm rot="0" flipH="false" flipV="false">
            <a:off x="457200" y="1600200"/>
            <a:ext cx="4038600" cy="45259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rmAutofit lnSpcReduction="0"/>
          </a:bodyPr>
          <a:lstStyle>
            <a:lvl1pPr algn="l" defTabSz="457200" marL="698500" indent="-355600">
              <a:lnSpc>
                <a:spcPct val="100000"/>
              </a:lnSpc>
              <a:defRPr sz="2800" b="false" i="false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  <a:lvl2pPr marL="1047750" indent="-304800"/>
            <a:lvl3pPr marL="1397000" indent="-254000"/>
            <a:lvl4pPr marL="1828800" indent="-228600"/>
            <a:lvl5pPr marL="2286000" indent="-228600"/>
            <a:lvl6pPr marL="2743200" indent="-228600"/>
            <a:lvl7pPr marL="3200400" indent="-228600"/>
            <a:lvl8pPr marL="3657600" indent="-228600"/>
            <a:lvl9pPr marL="4114800" indent="-228600"/>
          </a:lstStyle>
          <a:p>
            <a:pPr algn="l" indent="-342900" marL="342900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text styles</a:t>
            </a:r>
          </a:p>
          <a:p>
            <a:pPr algn="l" lvl="1" indent="-285750" marL="742950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b="fals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Second level</a:t>
            </a:r>
          </a:p>
          <a:p>
            <a:pPr algn="l" lvl="2" indent="-228600" marL="1143000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Third level</a:t>
            </a:r>
          </a:p>
          <a:p>
            <a:pPr algn="l" lvl="3" indent="-228600" marL="1600200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Fourth level</a:t>
            </a:r>
          </a:p>
          <a:p>
            <a:pPr algn="l" lvl="4" indent="-228600" marL="2057400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»"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Fifth level</a:t>
            </a:r>
          </a:p>
        </p:txBody>
      </p:sp>
      <p:sp>
        <p:nvSpPr>
          <p:cNvPr name="AutoShape 4" id="4"/>
          <p:cNvSpPr/>
          <p:nvPr>
            <p:ph idx="23" type="body" sz="quarter" hasCustomPrompt="true"/>
          </p:nvPr>
        </p:nvSpPr>
        <p:spPr>
          <a:xfrm rot="0" flipH="false" flipV="false">
            <a:off x="4648200" y="1600200"/>
            <a:ext cx="4038600" cy="45259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 defTabSz="457200" marL="698500" indent="-355600">
              <a:lnSpc>
                <a:spcPct val="100000"/>
              </a:lnSpc>
              <a:defRPr sz="2800" b="false" i="false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  <a:lvl2pPr marL="1047750" indent="-304800"/>
            <a:lvl3pPr marL="1397000" indent="-254000"/>
            <a:lvl4pPr marL="1828800" indent="-228600"/>
            <a:lvl5pPr marL="2286000" indent="-228600"/>
            <a:lvl6pPr marL="2743200" indent="-228600"/>
            <a:lvl7pPr marL="3200400" indent="-228600"/>
            <a:lvl8pPr marL="3657600" indent="-228600"/>
            <a:lvl9pPr marL="4114800" indent="-228600"/>
          </a:lstStyle>
          <a:p>
            <a:pPr algn="l" indent="-342900" marL="342900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text styles</a:t>
            </a:r>
          </a:p>
          <a:p>
            <a:pPr algn="l" lvl="1" indent="-285750" marL="742950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b="fals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Second level</a:t>
            </a:r>
          </a:p>
          <a:p>
            <a:pPr algn="l" lvl="2" indent="-228600" marL="1143000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Third level</a:t>
            </a:r>
          </a:p>
          <a:p>
            <a:pPr algn="l" lvl="3" indent="-228600" marL="1600200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Fourth level</a:t>
            </a:r>
          </a:p>
          <a:p>
            <a:pPr algn="l" lvl="4" indent="-228600" marL="2057400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»"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Fifth level</a:t>
            </a:r>
          </a:p>
        </p:txBody>
      </p:sp>
      <p:sp>
        <p:nvSpPr>
          <p:cNvPr name="AutoShape 5" id="5"/>
          <p:cNvSpPr/>
          <p:nvPr>
            <p:ph idx="24" type="body" sz="quarter" hasCustomPrompt="true"/>
          </p:nvPr>
        </p:nvSpPr>
        <p:spPr>
          <a:xfrm rot="0" flipH="false" flipV="false"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457200">
              <a:lnSpc>
                <a:spcPct val="100000"/>
              </a:lnSpc>
              <a:defRPr sz="1200" b="false" i="false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10/22/2026</a:t>
            </a:r>
          </a:p>
        </p:txBody>
      </p:sp>
      <p:sp>
        <p:nvSpPr>
          <p:cNvPr name="AutoShape 6" id="6"/>
          <p:cNvSpPr/>
          <p:nvPr>
            <p:ph idx="25" type="body" sz="quarter" hasCustomPrompt="true"/>
          </p:nvPr>
        </p:nvSpPr>
        <p:spPr>
          <a:xfrm rot="0" flipH="false" flipV="false"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noAutofit/>
          </a:bodyPr>
          <a:lstStyle>
            <a:lvl1pPr algn="ctr" defTabSz="457200">
              <a:lnSpc>
                <a:spcPct val="100000"/>
              </a:lnSpc>
              <a:defRPr sz="12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marL="0" indent="0" defTabSz="4572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name="AutoShape 7" id="7"/>
          <p:cNvSpPr/>
          <p:nvPr>
            <p:ph idx="26" type="body" sz="quarter" hasCustomPrompt="true"/>
          </p:nvPr>
        </p:nvSpPr>
        <p:spPr>
          <a:xfrm rot="0" flipH="false" flipV="false"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 defTabSz="457200">
              <a:lnSpc>
                <a:spcPct val="100000"/>
              </a:lnSpc>
              <a:defRPr sz="1200" b="false" i="false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algn="r" marL="0" indent="0" defTabSz="457200">
              <a:lnSpc>
                <a:spcPct val="100000"/>
              </a:lnSpc>
            </a:pPr>
            <a:fld type="slidenum" id="{0A76109E-AACB-42AC-8074-B7E272B5DD2F}">
              <a:rPr b="false" i="false" strike="noStrike" u="none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7" type="body" sz="quarter" hasCustomPrompt="true"/>
          </p:nvPr>
        </p:nvSpPr>
        <p:spPr>
          <a:xfrm rot="0" flipH="false" flipV="false">
            <a:off x="457200" y="274638"/>
            <a:ext cx="8229600" cy="1143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rmAutofit lnSpcReduction="0"/>
          </a:bodyPr>
          <a:lstStyle>
            <a:lvl1pPr algn="ctr" defTabSz="457200">
              <a:lnSpc>
                <a:spcPct val="100000"/>
              </a:lnSpc>
              <a:defRPr sz="4400" b="false" i="false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algn="ctr" marL="0" indent="0" defTabSz="457200">
              <a:lnSpc>
                <a:spcPct val="100000"/>
              </a:lnSpc>
            </a:pPr>
            <a:r>
              <a:rPr lang="en-US" b="false" i="false" strike="noStrike" u="none" sz="4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title style</a:t>
            </a:r>
          </a:p>
        </p:txBody>
      </p:sp>
      <p:sp>
        <p:nvSpPr>
          <p:cNvPr name="AutoShape 3" id="3"/>
          <p:cNvSpPr/>
          <p:nvPr>
            <p:ph idx="28" type="body" sz="quarter" hasCustomPrompt="true"/>
          </p:nvPr>
        </p:nvSpPr>
        <p:spPr>
          <a:xfrm rot="0" flipH="false" flipV="false">
            <a:off x="457200" y="1535113"/>
            <a:ext cx="4040188" cy="6397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b" wrap="square" lIns="91440" rIns="91440" tIns="45720" bIns="45720">
            <a:normAutofit lnSpcReduction="0"/>
          </a:bodyPr>
          <a:lstStyle>
            <a:lvl1pPr algn="l" defTabSz="457200">
              <a:lnSpc>
                <a:spcPct val="100000"/>
              </a:lnSpc>
              <a:defRPr sz="2400" b="true" i="false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 defTabSz="45720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text styles</a:t>
            </a:r>
          </a:p>
        </p:txBody>
      </p:sp>
      <p:sp>
        <p:nvSpPr>
          <p:cNvPr name="AutoShape 4" id="4"/>
          <p:cNvSpPr/>
          <p:nvPr>
            <p:ph idx="29" type="body" sz="quarter" hasCustomPrompt="true"/>
          </p:nvPr>
        </p:nvSpPr>
        <p:spPr>
          <a:xfrm rot="0" flipH="false" flipV="false">
            <a:off x="457200" y="2174875"/>
            <a:ext cx="4040188" cy="39512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 defTabSz="457200" marL="647700" indent="-304800">
              <a:lnSpc>
                <a:spcPct val="100000"/>
              </a:lnSpc>
              <a:defRPr sz="2400" b="false" i="false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  <a:lvl2pPr marL="996950" indent="-254000"/>
            <a:lvl3pPr marL="1371600" indent="-228600"/>
            <a:lvl4pPr marL="1803400" indent="-203200"/>
            <a:lvl5pPr marL="2260600" indent="-203200"/>
            <a:lvl6pPr marL="2717800" indent="-203200"/>
            <a:lvl7pPr marL="3175000" indent="-203200"/>
            <a:lvl8pPr marL="3632200" indent="-203200"/>
            <a:lvl9pPr marL="4089400" indent="-203200"/>
          </a:lstStyle>
          <a:p>
            <a:pPr algn="l" indent="-342900" marL="342900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text styles</a:t>
            </a:r>
          </a:p>
          <a:p>
            <a:pPr algn="l" lvl="1" indent="-285750" marL="742950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b="fals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Second level</a:t>
            </a:r>
          </a:p>
          <a:p>
            <a:pPr algn="l" lvl="2" indent="-228600" marL="1143000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Third level</a:t>
            </a:r>
          </a:p>
          <a:p>
            <a:pPr algn="l" lvl="3" indent="-228600" marL="1600200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b="false" i="false" strike="noStrike" u="none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Fourth level</a:t>
            </a:r>
          </a:p>
          <a:p>
            <a:pPr algn="l" lvl="4" indent="-228600" marL="2057400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»"/>
            </a:pPr>
            <a:r>
              <a:rPr lang="en-US" b="false" i="false" strike="noStrike" u="none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Fifth level</a:t>
            </a:r>
          </a:p>
        </p:txBody>
      </p:sp>
      <p:sp>
        <p:nvSpPr>
          <p:cNvPr name="AutoShape 5" id="5"/>
          <p:cNvSpPr/>
          <p:nvPr>
            <p:ph idx="30" type="body" sz="quarter" hasCustomPrompt="true"/>
          </p:nvPr>
        </p:nvSpPr>
        <p:spPr>
          <a:xfrm rot="0" flipH="false" flipV="false">
            <a:off x="4645025" y="1535113"/>
            <a:ext cx="4041775" cy="6397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b" wrap="square" lIns="91440" rIns="91440" tIns="45720" bIns="45720">
            <a:noAutofit/>
          </a:bodyPr>
          <a:lstStyle>
            <a:lvl1pPr algn="l" defTabSz="457200">
              <a:lnSpc>
                <a:spcPct val="100000"/>
              </a:lnSpc>
              <a:defRPr sz="2400" b="true" i="false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 defTabSz="45720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text styles</a:t>
            </a:r>
          </a:p>
        </p:txBody>
      </p:sp>
      <p:sp>
        <p:nvSpPr>
          <p:cNvPr name="AutoShape 6" id="6"/>
          <p:cNvSpPr/>
          <p:nvPr>
            <p:ph idx="31" type="body" sz="quarter" hasCustomPrompt="true"/>
          </p:nvPr>
        </p:nvSpPr>
        <p:spPr>
          <a:xfrm rot="0" flipH="false" flipV="false">
            <a:off x="4645025" y="2174875"/>
            <a:ext cx="4041775" cy="39512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 defTabSz="457200" marL="647700" indent="-304800">
              <a:lnSpc>
                <a:spcPct val="100000"/>
              </a:lnSpc>
              <a:defRPr sz="2400" b="false" i="false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  <a:lvl2pPr marL="996950" indent="-254000"/>
            <a:lvl3pPr marL="1371600" indent="-228600"/>
            <a:lvl4pPr marL="1803400" indent="-203200"/>
            <a:lvl5pPr marL="2260600" indent="-203200"/>
            <a:lvl6pPr marL="2717800" indent="-203200"/>
            <a:lvl7pPr marL="3175000" indent="-203200"/>
            <a:lvl8pPr marL="3632200" indent="-203200"/>
            <a:lvl9pPr marL="4089400" indent="-203200"/>
          </a:lstStyle>
          <a:p>
            <a:pPr algn="l" indent="-342900" marL="342900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text styles</a:t>
            </a:r>
          </a:p>
          <a:p>
            <a:pPr algn="l" lvl="1" indent="-285750" marL="742950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b="fals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Second level</a:t>
            </a:r>
          </a:p>
          <a:p>
            <a:pPr algn="l" lvl="2" indent="-228600" marL="1143000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Third level</a:t>
            </a:r>
          </a:p>
          <a:p>
            <a:pPr algn="l" lvl="3" indent="-228600" marL="1600200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b="false" i="false" strike="noStrike" u="none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Fourth level</a:t>
            </a:r>
          </a:p>
          <a:p>
            <a:pPr algn="l" lvl="4" indent="-228600" marL="2057400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»"/>
            </a:pPr>
            <a:r>
              <a:rPr lang="en-US" b="false" i="false" strike="noStrike" u="none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Fifth level</a:t>
            </a:r>
          </a:p>
        </p:txBody>
      </p:sp>
      <p:sp>
        <p:nvSpPr>
          <p:cNvPr name="AutoShape 7" id="7"/>
          <p:cNvSpPr/>
          <p:nvPr>
            <p:ph idx="32" type="body" sz="quarter" hasCustomPrompt="true"/>
          </p:nvPr>
        </p:nvSpPr>
        <p:spPr>
          <a:xfrm rot="0" flipH="false" flipV="false"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457200">
              <a:lnSpc>
                <a:spcPct val="100000"/>
              </a:lnSpc>
              <a:defRPr sz="1200" b="false" i="false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10/22/2026</a:t>
            </a:r>
          </a:p>
        </p:txBody>
      </p:sp>
      <p:sp>
        <p:nvSpPr>
          <p:cNvPr name="AutoShape 8" id="8"/>
          <p:cNvSpPr/>
          <p:nvPr>
            <p:ph idx="33" type="body" sz="quarter" hasCustomPrompt="true"/>
          </p:nvPr>
        </p:nvSpPr>
        <p:spPr>
          <a:xfrm rot="0" flipH="false" flipV="false"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noAutofit/>
          </a:bodyPr>
          <a:lstStyle>
            <a:lvl1pPr algn="ctr" defTabSz="457200">
              <a:lnSpc>
                <a:spcPct val="100000"/>
              </a:lnSpc>
              <a:defRPr sz="12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marL="0" indent="0" defTabSz="4572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name="AutoShape 9" id="9"/>
          <p:cNvSpPr/>
          <p:nvPr>
            <p:ph idx="34" type="body" sz="quarter" hasCustomPrompt="true"/>
          </p:nvPr>
        </p:nvSpPr>
        <p:spPr>
          <a:xfrm rot="0" flipH="false" flipV="false"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 defTabSz="457200">
              <a:lnSpc>
                <a:spcPct val="100000"/>
              </a:lnSpc>
              <a:defRPr sz="1200" b="false" i="false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algn="r" marL="0" indent="0" defTabSz="457200">
              <a:lnSpc>
                <a:spcPct val="100000"/>
              </a:lnSpc>
            </a:pPr>
            <a:fld type="slidenum" id="{F287E6B2-AFAE-4DEF-9848-E941226736A2}">
              <a:rPr b="false" i="false" strike="noStrike" u="none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35" type="body" sz="quarter" hasCustomPrompt="true"/>
          </p:nvPr>
        </p:nvSpPr>
        <p:spPr>
          <a:xfrm rot="0" flipH="false" flipV="false">
            <a:off x="457200" y="274638"/>
            <a:ext cx="8229600" cy="1143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rmAutofit lnSpcReduction="0"/>
          </a:bodyPr>
          <a:lstStyle>
            <a:lvl1pPr algn="ctr" defTabSz="457200">
              <a:lnSpc>
                <a:spcPct val="100000"/>
              </a:lnSpc>
              <a:defRPr sz="4400" b="false" i="false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algn="ctr" marL="0" indent="0" defTabSz="457200">
              <a:lnSpc>
                <a:spcPct val="100000"/>
              </a:lnSpc>
            </a:pPr>
            <a:r>
              <a:rPr lang="en-US" b="false" i="false" strike="noStrike" u="none" sz="4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title style</a:t>
            </a:r>
          </a:p>
        </p:txBody>
      </p:sp>
      <p:sp>
        <p:nvSpPr>
          <p:cNvPr name="AutoShape 3" id="3"/>
          <p:cNvSpPr/>
          <p:nvPr>
            <p:ph idx="36" type="body" sz="quarter" hasCustomPrompt="true"/>
          </p:nvPr>
        </p:nvSpPr>
        <p:spPr>
          <a:xfrm rot="0" flipH="false" flipV="false"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457200">
              <a:lnSpc>
                <a:spcPct val="100000"/>
              </a:lnSpc>
              <a:defRPr sz="1200" b="false" i="false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10/22/2026</a:t>
            </a:r>
          </a:p>
        </p:txBody>
      </p:sp>
      <p:sp>
        <p:nvSpPr>
          <p:cNvPr name="AutoShape 4" id="4"/>
          <p:cNvSpPr/>
          <p:nvPr>
            <p:ph idx="37" type="body" sz="quarter" hasCustomPrompt="true"/>
          </p:nvPr>
        </p:nvSpPr>
        <p:spPr>
          <a:xfrm rot="0" flipH="false" flipV="false"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noAutofit/>
          </a:bodyPr>
          <a:lstStyle>
            <a:lvl1pPr algn="ctr" defTabSz="457200">
              <a:lnSpc>
                <a:spcPct val="100000"/>
              </a:lnSpc>
              <a:defRPr sz="12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marL="0" indent="0" defTabSz="4572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name="AutoShape 5" id="5"/>
          <p:cNvSpPr/>
          <p:nvPr>
            <p:ph idx="38" type="body" sz="quarter" hasCustomPrompt="true"/>
          </p:nvPr>
        </p:nvSpPr>
        <p:spPr>
          <a:xfrm rot="0" flipH="false" flipV="false"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 defTabSz="457200">
              <a:lnSpc>
                <a:spcPct val="100000"/>
              </a:lnSpc>
              <a:defRPr sz="1200" b="false" i="false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algn="r" marL="0" indent="0" defTabSz="457200">
              <a:lnSpc>
                <a:spcPct val="100000"/>
              </a:lnSpc>
            </a:pPr>
            <a:fld type="slidenum" id="{078FD11D-F081-454E-BCB7-0D680FCE87C8}">
              <a:rPr b="false" i="false" strike="noStrike" u="none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39" type="body" sz="quarter" hasCustomPrompt="true"/>
          </p:nvPr>
        </p:nvSpPr>
        <p:spPr>
          <a:xfrm rot="0" flipH="false" flipV="false"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457200">
              <a:lnSpc>
                <a:spcPct val="100000"/>
              </a:lnSpc>
              <a:defRPr sz="1200" b="false" i="false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10/22/2026</a:t>
            </a:r>
          </a:p>
        </p:txBody>
      </p:sp>
      <p:sp>
        <p:nvSpPr>
          <p:cNvPr name="AutoShape 3" id="3"/>
          <p:cNvSpPr/>
          <p:nvPr>
            <p:ph idx="40" type="body" sz="quarter" hasCustomPrompt="true"/>
          </p:nvPr>
        </p:nvSpPr>
        <p:spPr>
          <a:xfrm rot="0" flipH="false" flipV="false"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noAutofit/>
          </a:bodyPr>
          <a:lstStyle>
            <a:lvl1pPr algn="ctr" defTabSz="457200">
              <a:lnSpc>
                <a:spcPct val="100000"/>
              </a:lnSpc>
              <a:defRPr sz="12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marL="0" indent="0" defTabSz="4572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name="AutoShape 4" id="4"/>
          <p:cNvSpPr/>
          <p:nvPr>
            <p:ph idx="41" type="body" sz="quarter" hasCustomPrompt="true"/>
          </p:nvPr>
        </p:nvSpPr>
        <p:spPr>
          <a:xfrm rot="0" flipH="false" flipV="false"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 defTabSz="457200">
              <a:lnSpc>
                <a:spcPct val="100000"/>
              </a:lnSpc>
              <a:defRPr sz="1200" b="false" i="false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algn="r" marL="0" indent="0" defTabSz="457200">
              <a:lnSpc>
                <a:spcPct val="100000"/>
              </a:lnSpc>
            </a:pPr>
            <a:fld type="slidenum" id="{2B9C4B70-5EE2-40C6-A892-1B8DF148F327}">
              <a:rPr b="false" i="false" strike="noStrike" u="none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42" type="body" sz="quarter" hasCustomPrompt="true"/>
          </p:nvPr>
        </p:nvSpPr>
        <p:spPr>
          <a:xfrm rot="0" flipH="false" flipV="false">
            <a:off x="457200" y="273050"/>
            <a:ext cx="3008313" cy="11620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b" wrap="square" lIns="91440" rIns="91440" tIns="45720" bIns="45720">
            <a:normAutofit lnSpcReduction="0"/>
          </a:bodyPr>
          <a:lstStyle>
            <a:lvl1pPr algn="l" defTabSz="457200">
              <a:lnSpc>
                <a:spcPct val="100000"/>
              </a:lnSpc>
              <a:defRPr sz="2000" b="true" i="false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 defTabSz="457200">
              <a:lnSpc>
                <a:spcPct val="100000"/>
              </a:lnSpc>
            </a:pPr>
            <a:r>
              <a:rPr lang="en-US" b="tru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title style</a:t>
            </a:r>
          </a:p>
        </p:txBody>
      </p:sp>
      <p:sp>
        <p:nvSpPr>
          <p:cNvPr name="AutoShape 3" id="3"/>
          <p:cNvSpPr/>
          <p:nvPr>
            <p:ph idx="43" type="body" sz="quarter" hasCustomPrompt="true"/>
          </p:nvPr>
        </p:nvSpPr>
        <p:spPr>
          <a:xfrm rot="0" flipH="false" flipV="false">
            <a:off x="3575050" y="273050"/>
            <a:ext cx="5111750" cy="585311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rmAutofit lnSpcReduction="0"/>
          </a:bodyPr>
          <a:lstStyle>
            <a:lvl1pPr algn="l" defTabSz="457200" marL="749300" indent="-406400">
              <a:lnSpc>
                <a:spcPct val="100000"/>
              </a:lnSpc>
              <a:defRPr sz="3200" b="false" i="false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  <a:lvl2pPr marL="1098550" indent="-355600"/>
            <a:lvl3pPr marL="1447800" indent="-304800"/>
            <a:lvl4pPr marL="1854200" indent="-254000"/>
            <a:lvl5pPr marL="2311400" indent="-254000"/>
            <a:lvl6pPr marL="2768600" indent="-254000"/>
            <a:lvl7pPr marL="3225800" indent="-254000"/>
            <a:lvl8pPr marL="3683000" indent="-254000"/>
            <a:lvl9pPr marL="4140200" indent="-254000"/>
          </a:lstStyle>
          <a:p>
            <a:pPr algn="l" indent="-342900" marL="342900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text styles</a:t>
            </a:r>
          </a:p>
          <a:p>
            <a:pPr algn="l" lvl="1" indent="-285750" marL="742950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b="false" i="false" strike="noStrike" u="none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Second level</a:t>
            </a:r>
          </a:p>
          <a:p>
            <a:pPr algn="l" lvl="2" indent="-228600" marL="1143000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Third level</a:t>
            </a:r>
          </a:p>
          <a:p>
            <a:pPr algn="l" lvl="3" indent="-228600" marL="1600200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b="fals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Fourth level</a:t>
            </a:r>
          </a:p>
          <a:p>
            <a:pPr algn="l" lvl="4" indent="-228600" marL="2057400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»"/>
            </a:pPr>
            <a:r>
              <a:rPr lang="en-US" b="fals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Fifth level</a:t>
            </a:r>
          </a:p>
        </p:txBody>
      </p:sp>
      <p:sp>
        <p:nvSpPr>
          <p:cNvPr name="AutoShape 4" id="4"/>
          <p:cNvSpPr/>
          <p:nvPr>
            <p:ph idx="44" type="body" sz="quarter" hasCustomPrompt="true"/>
          </p:nvPr>
        </p:nvSpPr>
        <p:spPr>
          <a:xfrm rot="0" flipH="false" flipV="false">
            <a:off x="457200" y="1435100"/>
            <a:ext cx="3008313" cy="46910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 defTabSz="457200">
              <a:lnSpc>
                <a:spcPct val="100000"/>
              </a:lnSpc>
              <a:defRPr sz="1400" b="false" i="false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 defTabSz="457200">
              <a:lnSpc>
                <a:spcPct val="100000"/>
              </a:lnSpc>
              <a:spcBef>
                <a:spcPct val="20000"/>
              </a:spcBef>
            </a:pPr>
            <a:r>
              <a:rPr lang="en-US" b="false" i="false" strike="noStrike" u="none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text styles</a:t>
            </a:r>
          </a:p>
        </p:txBody>
      </p:sp>
      <p:sp>
        <p:nvSpPr>
          <p:cNvPr name="AutoShape 5" id="5"/>
          <p:cNvSpPr/>
          <p:nvPr>
            <p:ph idx="45" type="body" sz="quarter" hasCustomPrompt="true"/>
          </p:nvPr>
        </p:nvSpPr>
        <p:spPr>
          <a:xfrm rot="0" flipH="false" flipV="false"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457200">
              <a:lnSpc>
                <a:spcPct val="100000"/>
              </a:lnSpc>
              <a:defRPr sz="1200" b="false" i="false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10/22/2026</a:t>
            </a:r>
          </a:p>
        </p:txBody>
      </p:sp>
      <p:sp>
        <p:nvSpPr>
          <p:cNvPr name="AutoShape 6" id="6"/>
          <p:cNvSpPr/>
          <p:nvPr>
            <p:ph idx="46" type="body" sz="quarter" hasCustomPrompt="true"/>
          </p:nvPr>
        </p:nvSpPr>
        <p:spPr>
          <a:xfrm rot="0" flipH="false" flipV="false"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noAutofit/>
          </a:bodyPr>
          <a:lstStyle>
            <a:lvl1pPr algn="ctr" defTabSz="457200">
              <a:lnSpc>
                <a:spcPct val="100000"/>
              </a:lnSpc>
              <a:defRPr sz="12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marL="0" indent="0" defTabSz="4572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name="AutoShape 7" id="7"/>
          <p:cNvSpPr/>
          <p:nvPr>
            <p:ph idx="47" type="body" sz="quarter" hasCustomPrompt="true"/>
          </p:nvPr>
        </p:nvSpPr>
        <p:spPr>
          <a:xfrm rot="0" flipH="false" flipV="false"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 defTabSz="457200">
              <a:lnSpc>
                <a:spcPct val="100000"/>
              </a:lnSpc>
              <a:defRPr sz="1200" b="false" i="false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algn="r" marL="0" indent="0" defTabSz="457200">
              <a:lnSpc>
                <a:spcPct val="100000"/>
              </a:lnSpc>
            </a:pPr>
            <a:fld type="slidenum" id="{264AD070-C66D-494B-8D83-2955FB6F01FD}">
              <a:rPr b="false" i="false" strike="noStrike" u="none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48" type="body" sz="quarter" hasCustomPrompt="true"/>
          </p:nvPr>
        </p:nvSpPr>
        <p:spPr>
          <a:xfrm rot="0" flipH="false" flipV="false">
            <a:off x="1792288" y="4800600"/>
            <a:ext cx="5486400" cy="56673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b" wrap="square" lIns="91440" rIns="91440" tIns="45720" bIns="45720">
            <a:normAutofit lnSpcReduction="0"/>
          </a:bodyPr>
          <a:lstStyle>
            <a:lvl1pPr algn="l" defTabSz="457200">
              <a:lnSpc>
                <a:spcPct val="100000"/>
              </a:lnSpc>
              <a:defRPr sz="2000" b="true" i="false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 defTabSz="457200">
              <a:lnSpc>
                <a:spcPct val="100000"/>
              </a:lnSpc>
            </a:pPr>
            <a:r>
              <a:rPr lang="en-US" b="tru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title style</a:t>
            </a:r>
          </a:p>
        </p:txBody>
      </p:sp>
      <p:sp>
        <p:nvSpPr>
          <p:cNvPr name="AutoShape 3" id="3"/>
          <p:cNvSpPr/>
          <p:nvPr>
            <p:ph idx="49" type="pic" sz="quarter"/>
          </p:nvPr>
        </p:nvSpPr>
        <p:spPr>
          <a:xfrm rot="0" flipH="false" flipV="false">
            <a:off x="1792288" y="612775"/>
            <a:ext cx="5486400" cy="411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4" id="4"/>
          <p:cNvSpPr/>
          <p:nvPr>
            <p:ph idx="50" type="body" sz="quarter" hasCustomPrompt="true"/>
          </p:nvPr>
        </p:nvSpPr>
        <p:spPr>
          <a:xfrm rot="0" flipH="false" flipV="false">
            <a:off x="1792288" y="5367338"/>
            <a:ext cx="5486400" cy="8048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 defTabSz="457200">
              <a:lnSpc>
                <a:spcPct val="100000"/>
              </a:lnSpc>
              <a:defRPr sz="1400" b="false" i="false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 defTabSz="457200">
              <a:lnSpc>
                <a:spcPct val="100000"/>
              </a:lnSpc>
              <a:spcBef>
                <a:spcPct val="20000"/>
              </a:spcBef>
            </a:pPr>
            <a:r>
              <a:rPr lang="en-US" b="false" i="false" strike="noStrike" u="none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text styles</a:t>
            </a:r>
          </a:p>
        </p:txBody>
      </p:sp>
      <p:sp>
        <p:nvSpPr>
          <p:cNvPr name="AutoShape 5" id="5"/>
          <p:cNvSpPr/>
          <p:nvPr>
            <p:ph idx="51" type="body" sz="quarter" hasCustomPrompt="true"/>
          </p:nvPr>
        </p:nvSpPr>
        <p:spPr>
          <a:xfrm rot="0" flipH="false" flipV="false"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457200">
              <a:lnSpc>
                <a:spcPct val="100000"/>
              </a:lnSpc>
              <a:defRPr sz="1200" b="false" i="false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10/22/2026</a:t>
            </a:r>
          </a:p>
        </p:txBody>
      </p:sp>
      <p:sp>
        <p:nvSpPr>
          <p:cNvPr name="AutoShape 6" id="6"/>
          <p:cNvSpPr/>
          <p:nvPr>
            <p:ph idx="52" type="body" sz="quarter" hasCustomPrompt="true"/>
          </p:nvPr>
        </p:nvSpPr>
        <p:spPr>
          <a:xfrm rot="0" flipH="false" flipV="false"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noAutofit/>
          </a:bodyPr>
          <a:lstStyle>
            <a:lvl1pPr algn="ctr" defTabSz="457200">
              <a:lnSpc>
                <a:spcPct val="100000"/>
              </a:lnSpc>
              <a:defRPr sz="12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marL="0" indent="0" defTabSz="4572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name="AutoShape 7" id="7"/>
          <p:cNvSpPr/>
          <p:nvPr>
            <p:ph idx="53" type="body" sz="quarter" hasCustomPrompt="true"/>
          </p:nvPr>
        </p:nvSpPr>
        <p:spPr>
          <a:xfrm rot="0" flipH="false" flipV="false"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 defTabSz="457200">
              <a:lnSpc>
                <a:spcPct val="100000"/>
              </a:lnSpc>
              <a:defRPr sz="1200" b="false" i="false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algn="r" marL="0" indent="0" defTabSz="457200">
              <a:lnSpc>
                <a:spcPct val="100000"/>
              </a:lnSpc>
            </a:pPr>
            <a:fld type="slidenum" id="{6AD58440-6C05-4E42-BAF8-DF1DD361E35B}">
              <a:rPr b="false" i="false" strike="noStrike" u="none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4" type="body" sz="quarter" hasCustomPrompt="true"/>
          </p:nvPr>
        </p:nvSpPr>
        <p:spPr>
          <a:xfrm rot="0" flipH="false" flipV="false">
            <a:off x="457200" y="274638"/>
            <a:ext cx="8229600" cy="1143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rmAutofit lnSpcReduction="0"/>
          </a:bodyPr>
          <a:lstStyle>
            <a:lvl1pPr algn="ctr" defTabSz="457200">
              <a:lnSpc>
                <a:spcPct val="100000"/>
              </a:lnSpc>
              <a:defRPr sz="4400" b="false" i="false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algn="ctr" marL="0" indent="0" defTabSz="457200">
              <a:lnSpc>
                <a:spcPct val="100000"/>
              </a:lnSpc>
            </a:pPr>
            <a:r>
              <a:rPr lang="en-US" b="false" i="false" strike="noStrike" u="none" sz="4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title style</a:t>
            </a:r>
          </a:p>
        </p:txBody>
      </p:sp>
      <p:sp>
        <p:nvSpPr>
          <p:cNvPr name="AutoShape 3" id="3"/>
          <p:cNvSpPr/>
          <p:nvPr>
            <p:ph idx="55" type="body" sz="quarter" hasCustomPrompt="true"/>
          </p:nvPr>
        </p:nvSpPr>
        <p:spPr>
          <a:xfrm rot="0" flipH="false" flipV="false">
            <a:off x="457200" y="1600200"/>
            <a:ext cx="8229600" cy="45259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vert="eaVert" wrap="square" lIns="91440" rIns="91440" tIns="45720" bIns="45720">
            <a:normAutofit lnSpcReduction="0"/>
          </a:bodyPr>
          <a:lstStyle>
            <a:lvl1pPr algn="l" defTabSz="457200" marL="749300" indent="-406400">
              <a:lnSpc>
                <a:spcPct val="100000"/>
              </a:lnSpc>
              <a:defRPr sz="3200" b="false" i="false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  <a:lvl2pPr marL="1098550" indent="-355600"/>
            <a:lvl3pPr marL="1447800" indent="-304800"/>
            <a:lvl4pPr marL="1854200" indent="-254000"/>
            <a:lvl5pPr marL="2311400" indent="-254000"/>
            <a:lvl6pPr marL="2768600" indent="-254000"/>
            <a:lvl7pPr marL="3225800" indent="-254000"/>
            <a:lvl8pPr marL="3683000" indent="-254000"/>
            <a:lvl9pPr marL="4140200" indent="-254000"/>
          </a:lstStyle>
          <a:p>
            <a:pPr algn="l" indent="-342900" marL="342900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text styles</a:t>
            </a:r>
          </a:p>
          <a:p>
            <a:pPr algn="l" lvl="1" indent="-285750" marL="742950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b="false" i="false" strike="noStrike" u="none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Second level</a:t>
            </a:r>
          </a:p>
          <a:p>
            <a:pPr algn="l" lvl="2" indent="-228600" marL="1143000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Third level</a:t>
            </a:r>
          </a:p>
          <a:p>
            <a:pPr algn="l" lvl="3" indent="-228600" marL="1600200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b="fals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Fourth level</a:t>
            </a:r>
          </a:p>
          <a:p>
            <a:pPr algn="l" lvl="4" indent="-228600" marL="2057400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»"/>
            </a:pPr>
            <a:r>
              <a:rPr lang="en-US" b="fals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Fifth level</a:t>
            </a:r>
          </a:p>
        </p:txBody>
      </p:sp>
      <p:sp>
        <p:nvSpPr>
          <p:cNvPr name="AutoShape 4" id="4"/>
          <p:cNvSpPr/>
          <p:nvPr>
            <p:ph idx="56" type="body" sz="quarter" hasCustomPrompt="true"/>
          </p:nvPr>
        </p:nvSpPr>
        <p:spPr>
          <a:xfrm rot="0" flipH="false" flipV="false"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457200">
              <a:lnSpc>
                <a:spcPct val="100000"/>
              </a:lnSpc>
              <a:defRPr sz="1200" b="false" i="false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10/22/2026</a:t>
            </a:r>
          </a:p>
        </p:txBody>
      </p:sp>
      <p:sp>
        <p:nvSpPr>
          <p:cNvPr name="AutoShape 5" id="5"/>
          <p:cNvSpPr/>
          <p:nvPr>
            <p:ph idx="57" type="body" sz="quarter" hasCustomPrompt="true"/>
          </p:nvPr>
        </p:nvSpPr>
        <p:spPr>
          <a:xfrm rot="0" flipH="false" flipV="false"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noAutofit/>
          </a:bodyPr>
          <a:lstStyle>
            <a:lvl1pPr algn="ctr" defTabSz="457200">
              <a:lnSpc>
                <a:spcPct val="100000"/>
              </a:lnSpc>
              <a:defRPr sz="12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marL="0" indent="0" defTabSz="4572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name="AutoShape 6" id="6"/>
          <p:cNvSpPr/>
          <p:nvPr>
            <p:ph idx="58" type="body" sz="quarter" hasCustomPrompt="true"/>
          </p:nvPr>
        </p:nvSpPr>
        <p:spPr>
          <a:xfrm rot="0" flipH="false" flipV="false"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 defTabSz="457200">
              <a:lnSpc>
                <a:spcPct val="100000"/>
              </a:lnSpc>
              <a:defRPr sz="1200" b="false" i="false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algn="r" marL="0" indent="0" defTabSz="457200">
              <a:lnSpc>
                <a:spcPct val="100000"/>
              </a:lnSpc>
            </a:pPr>
            <a:fld type="slidenum" id="{0A7E1DF3-AA18-4EAA-8735-1E2610116FA7}">
              <a:rPr b="false" i="false" strike="noStrike" u="none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9" type="body" sz="quarter" hasCustomPrompt="true"/>
          </p:nvPr>
        </p:nvSpPr>
        <p:spPr>
          <a:xfrm rot="0" flipH="false" flipV="false">
            <a:off x="6629400" y="274638"/>
            <a:ext cx="2057400" cy="58515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eaVert" wrap="square" lIns="91440" rIns="91440" tIns="45720" bIns="45720">
            <a:normAutofit lnSpcReduction="0"/>
          </a:bodyPr>
          <a:lstStyle>
            <a:lvl1pPr algn="ctr" defTabSz="457200">
              <a:lnSpc>
                <a:spcPct val="100000"/>
              </a:lnSpc>
              <a:defRPr sz="4400" b="false" i="false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algn="ctr" marL="0" indent="0" defTabSz="457200">
              <a:lnSpc>
                <a:spcPct val="100000"/>
              </a:lnSpc>
            </a:pPr>
            <a:r>
              <a:rPr lang="en-US" b="false" i="false" strike="noStrike" u="none" sz="4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title style</a:t>
            </a:r>
          </a:p>
        </p:txBody>
      </p:sp>
      <p:sp>
        <p:nvSpPr>
          <p:cNvPr name="AutoShape 3" id="3"/>
          <p:cNvSpPr/>
          <p:nvPr>
            <p:ph idx="60" type="body" sz="quarter" hasCustomPrompt="true"/>
          </p:nvPr>
        </p:nvSpPr>
        <p:spPr>
          <a:xfrm rot="0" flipH="false" flipV="false">
            <a:off x="457200" y="274638"/>
            <a:ext cx="6019800" cy="58515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vert="eaVert" wrap="square" lIns="91440" rIns="91440" tIns="45720" bIns="45720">
            <a:normAutofit lnSpcReduction="0"/>
          </a:bodyPr>
          <a:lstStyle>
            <a:lvl1pPr algn="l" defTabSz="457200" marL="749300" indent="-406400">
              <a:lnSpc>
                <a:spcPct val="100000"/>
              </a:lnSpc>
              <a:defRPr sz="3200" b="false" i="false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  <a:lvl2pPr marL="1098550" indent="-355600"/>
            <a:lvl3pPr marL="1447800" indent="-304800"/>
            <a:lvl4pPr marL="1854200" indent="-254000"/>
            <a:lvl5pPr marL="2311400" indent="-254000"/>
            <a:lvl6pPr marL="2768600" indent="-254000"/>
            <a:lvl7pPr marL="3225800" indent="-254000"/>
            <a:lvl8pPr marL="3683000" indent="-254000"/>
            <a:lvl9pPr marL="4140200" indent="-254000"/>
          </a:lstStyle>
          <a:p>
            <a:pPr algn="l" indent="-342900" marL="342900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text styles</a:t>
            </a:r>
          </a:p>
          <a:p>
            <a:pPr algn="l" lvl="1" indent="-285750" marL="742950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b="false" i="false" strike="noStrike" u="none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Second level</a:t>
            </a:r>
          </a:p>
          <a:p>
            <a:pPr algn="l" lvl="2" indent="-228600" marL="1143000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Third level</a:t>
            </a:r>
          </a:p>
          <a:p>
            <a:pPr algn="l" lvl="3" indent="-228600" marL="1600200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b="fals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Fourth level</a:t>
            </a:r>
          </a:p>
          <a:p>
            <a:pPr algn="l" lvl="4" indent="-228600" marL="2057400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»"/>
            </a:pPr>
            <a:r>
              <a:rPr lang="en-US" b="fals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Fifth level</a:t>
            </a:r>
          </a:p>
        </p:txBody>
      </p:sp>
      <p:sp>
        <p:nvSpPr>
          <p:cNvPr name="AutoShape 4" id="4"/>
          <p:cNvSpPr/>
          <p:nvPr>
            <p:ph idx="61" type="body" sz="quarter" hasCustomPrompt="true"/>
          </p:nvPr>
        </p:nvSpPr>
        <p:spPr>
          <a:xfrm rot="0" flipH="false" flipV="false"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457200">
              <a:lnSpc>
                <a:spcPct val="100000"/>
              </a:lnSpc>
              <a:defRPr sz="1200" b="false" i="false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10/22/2026</a:t>
            </a:r>
          </a:p>
        </p:txBody>
      </p:sp>
      <p:sp>
        <p:nvSpPr>
          <p:cNvPr name="AutoShape 5" id="5"/>
          <p:cNvSpPr/>
          <p:nvPr>
            <p:ph idx="62" type="body" sz="quarter" hasCustomPrompt="true"/>
          </p:nvPr>
        </p:nvSpPr>
        <p:spPr>
          <a:xfrm rot="0" flipH="false" flipV="false"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noAutofit/>
          </a:bodyPr>
          <a:lstStyle>
            <a:lvl1pPr algn="ctr" defTabSz="457200">
              <a:lnSpc>
                <a:spcPct val="100000"/>
              </a:lnSpc>
              <a:defRPr sz="12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marL="0" indent="0" defTabSz="4572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name="AutoShape 6" id="6"/>
          <p:cNvSpPr/>
          <p:nvPr>
            <p:ph idx="63" type="body" sz="quarter" hasCustomPrompt="true"/>
          </p:nvPr>
        </p:nvSpPr>
        <p:spPr>
          <a:xfrm rot="0" flipH="false" flipV="false"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 defTabSz="457200">
              <a:lnSpc>
                <a:spcPct val="100000"/>
              </a:lnSpc>
              <a:defRPr sz="1200" b="false" i="false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algn="r" marL="0" indent="0" defTabSz="457200">
              <a:lnSpc>
                <a:spcPct val="100000"/>
              </a:lnSpc>
            </a:pPr>
            <a:fld type="slidenum" id="{1A1AF251-81D3-44E7-9DA7-6419086B3D04}">
              <a:rPr b="false" i="false" strike="noStrike" u="none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_rels/slideMaster3.xml.rels><?xml version="1.0" encoding="UTF-8" standalone="yes"?><Relationships xmlns="http://schemas.openxmlformats.org/package/2006/relationships"><Relationship Id="rId1" Target="../theme/theme4.xml" Type="http://schemas.openxmlformats.org/officeDocument/2006/relationships/theme"/><Relationship Id="rId10" Target="../slideLayouts/slideLayout21.xml" Type="http://schemas.openxmlformats.org/officeDocument/2006/relationships/slideLayout"/><Relationship Id="rId11" Target="../slideLayouts/slideLayout22.xml" Type="http://schemas.openxmlformats.org/officeDocument/2006/relationships/slideLayout"/><Relationship Id="rId12" Target="../slideLayouts/slideLayout23.xml" Type="http://schemas.openxmlformats.org/officeDocument/2006/relationships/slideLayout"/><Relationship Id="rId2" Target="../slideLayouts/slideLayout13.xml" Type="http://schemas.openxmlformats.org/officeDocument/2006/relationships/slideLayout"/><Relationship Id="rId3" Target="../slideLayouts/slideLayout14.xml" Type="http://schemas.openxmlformats.org/officeDocument/2006/relationships/slideLayout"/><Relationship Id="rId4" Target="../slideLayouts/slideLayout15.xml" Type="http://schemas.openxmlformats.org/officeDocument/2006/relationships/slideLayout"/><Relationship Id="rId5" Target="../slideLayouts/slideLayout16.xml" Type="http://schemas.openxmlformats.org/officeDocument/2006/relationships/slideLayout"/><Relationship Id="rId6" Target="../slideLayouts/slideLayout17.xml" Type="http://schemas.openxmlformats.org/officeDocument/2006/relationships/slideLayout"/><Relationship Id="rId7" Target="../slideLayouts/slideLayout18.xml" Type="http://schemas.openxmlformats.org/officeDocument/2006/relationships/slideLayout"/><Relationship Id="rId8" Target="../slideLayouts/slideLayout19.xml" Type="http://schemas.openxmlformats.org/officeDocument/2006/relationships/slideLayout"/><Relationship Id="rId9" Target="../slideLayouts/slideLayout20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自定义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Office Theme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1" id="1"/>
          <p:cNvSpPr/>
          <p:nvPr>
            <p:ph idx="1" type="body" sz="quarter" hasCustomPrompt="true"/>
          </p:nvPr>
        </p:nvSpPr>
        <p:spPr>
          <a:xfrm rot="0" flipH="false" flipV="false">
            <a:off x="457200" y="274638"/>
            <a:ext cx="8229600" cy="1143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normAutofit lnSpcReduction="0"/>
          </a:bodyPr>
          <a:lstStyle>
            <a:lvl1pPr algn="ctr" defTabSz="457200">
              <a:lnSpc>
                <a:spcPct val="100000"/>
              </a:lnSpc>
              <a:defRPr sz="4400" b="true" i="false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algn="ctr" marL="0" indent="0" defTabSz="457200">
              <a:lnSpc>
                <a:spcPct val="100000"/>
              </a:lnSpc>
            </a:pPr>
            <a:r>
              <a:rPr lang="en-US" b="true" i="false" strike="noStrike" u="none" sz="4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title style</a:t>
            </a:r>
          </a:p>
        </p:txBody>
      </p:sp>
      <p:sp>
        <p:nvSpPr>
          <p:cNvPr name="AutoShape 2" id="2"/>
          <p:cNvSpPr/>
          <p:nvPr>
            <p:ph idx="2" type="body" sz="quarter" hasCustomPrompt="true"/>
          </p:nvPr>
        </p:nvSpPr>
        <p:spPr>
          <a:xfrm rot="0" flipH="false" flipV="false">
            <a:off x="457200" y="1600200"/>
            <a:ext cx="8229600" cy="45259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vert="horz" wrap="square" lIns="91440" rIns="91440" tIns="45720" bIns="45720">
            <a:normAutofit lnSpcReduction="0"/>
          </a:bodyPr>
          <a:lstStyle>
            <a:lvl1pPr algn="l" defTabSz="457200" marL="749300" indent="-406400">
              <a:lnSpc>
                <a:spcPct val="100000"/>
              </a:lnSpc>
              <a:defRPr sz="3200" b="false" i="false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  <a:lvl2pPr marL="1098550" indent="-355600"/>
            <a:lvl3pPr marL="1447800" indent="-304800"/>
            <a:lvl4pPr marL="1854200" indent="-254000"/>
            <a:lvl5pPr marL="2311400" indent="-254000"/>
            <a:lvl6pPr marL="2768600" indent="-254000"/>
            <a:lvl7pPr marL="3225800" indent="-254000"/>
            <a:lvl8pPr marL="3683000" indent="-254000"/>
            <a:lvl9pPr marL="4140200" indent="-254000"/>
          </a:lstStyle>
          <a:p>
            <a:pPr algn="l" indent="-342900" marL="342900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text styles</a:t>
            </a:r>
          </a:p>
          <a:p>
            <a:pPr algn="l" lvl="1" indent="-285750" marL="742950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b="false" i="false" strike="noStrike" u="none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Second level</a:t>
            </a:r>
          </a:p>
          <a:p>
            <a:pPr algn="l" lvl="2" indent="-228600" marL="1143000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Third level</a:t>
            </a:r>
          </a:p>
          <a:p>
            <a:pPr algn="l" lvl="3" indent="-228600" marL="1600200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b="fals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Fourth level</a:t>
            </a:r>
          </a:p>
          <a:p>
            <a:pPr algn="l" lvl="4" indent="-228600" marL="2057400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»"/>
            </a:pPr>
            <a:r>
              <a:rPr lang="en-US" b="fals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Fifth level</a:t>
            </a:r>
          </a:p>
        </p:txBody>
      </p:sp>
      <p:sp>
        <p:nvSpPr>
          <p:cNvPr name="AutoShape 3" id="3"/>
          <p:cNvSpPr/>
          <p:nvPr>
            <p:ph idx="3" type="body" sz="quarter" hasCustomPrompt="true"/>
          </p:nvPr>
        </p:nvSpPr>
        <p:spPr>
          <a:xfrm rot="0" flipH="false" flipV="false"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noAutofit/>
          </a:bodyPr>
          <a:lstStyle>
            <a:lvl1pPr algn="l" defTabSz="457200">
              <a:lnSpc>
                <a:spcPct val="100000"/>
              </a:lnSpc>
              <a:defRPr sz="1200" b="false" i="false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10/22/2026</a:t>
            </a:r>
          </a:p>
        </p:txBody>
      </p:sp>
      <p:sp>
        <p:nvSpPr>
          <p:cNvPr name="AutoShape 4" id="4"/>
          <p:cNvSpPr/>
          <p:nvPr>
            <p:ph idx="4" type="body" sz="quarter" hasCustomPrompt="true"/>
          </p:nvPr>
        </p:nvSpPr>
        <p:spPr>
          <a:xfrm rot="0" flipH="false" flipV="false"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noAutofit/>
          </a:bodyPr>
          <a:lstStyle>
            <a:lvl1pPr algn="ctr" defTabSz="457200">
              <a:lnSpc>
                <a:spcPct val="100000"/>
              </a:lnSpc>
              <a:defRPr sz="12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marL="0" indent="0" defTabSz="4572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name="AutoShape 6" id="6"/>
          <p:cNvSpPr/>
          <p:nvPr>
            <p:ph idx="5" type="body" sz="quarter" hasCustomPrompt="true"/>
          </p:nvPr>
        </p:nvSpPr>
        <p:spPr>
          <a:xfrm rot="0" flipH="false" flipV="false"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noAutofit/>
          </a:bodyPr>
          <a:lstStyle>
            <a:lvl1pPr algn="r" defTabSz="457200">
              <a:lnSpc>
                <a:spcPct val="100000"/>
              </a:lnSpc>
              <a:defRPr sz="1200" b="false" i="false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algn="r" marL="0" indent="0" defTabSz="457200">
              <a:lnSpc>
                <a:spcPct val="100000"/>
              </a:lnSpc>
            </a:pPr>
            <a:fld type="slidenum" id="{5E3680E7-DEF1-459D-A0BC-E06AD2A8AE71}">
              <a:rPr b="false" i="false" strike="noStrike" u="none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57483700" r:id="rId2"/>
    <p:sldLayoutId id="2157483701" r:id="rId3"/>
    <p:sldLayoutId id="2157483702" r:id="rId4"/>
    <p:sldLayoutId id="2157483703" r:id="rId5"/>
    <p:sldLayoutId id="2157483704" r:id="rId6"/>
    <p:sldLayoutId id="2157483705" r:id="rId7"/>
    <p:sldLayoutId id="2157483706" r:id="rId8"/>
    <p:sldLayoutId id="2157483707" r:id="rId9"/>
    <p:sldLayoutId id="2157483708" r:id="rId10"/>
    <p:sldLayoutId id="2157483709" r:id="rId11"/>
    <p:sldLayoutId id="215748371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9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19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png" Type="http://schemas.openxmlformats.org/officeDocument/2006/relationships/image"/><Relationship Id="rId3" Target="../notesSlides/notesSlide1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8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9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0.xml" Type="http://schemas.openxmlformats.org/officeDocument/2006/relationships/notesSlide"/></Relationships>
</file>

<file path=ppt/slides/_rels/slide1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1.xml" Type="http://schemas.openxmlformats.org/officeDocument/2006/relationships/notesSlide"/></Relationships>
</file>

<file path=ppt/slides/_rels/slide14.xml.rels><?xml version="1.0" encoding="UTF-8" standalone="yes"?><Relationships xmlns="http://schemas.openxmlformats.org/package/2006/relationships"><Relationship Id="rId1" Target="../slideLayouts/slideLayout19.xml" Type="http://schemas.openxmlformats.org/officeDocument/2006/relationships/slideLayout"/><Relationship Id="rId2" Target="../media/image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21295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1695" cy="137160"/>
          </a:xfrm>
          <a:prstGeom prst="rect">
            <a:avLst/>
          </a:prstGeom>
          <a:solidFill>
            <a:srgbClr val="065A82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1097280" y="1828800"/>
            <a:ext cx="10058400" cy="1828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ctr" marL="0" indent="0" defTabSz="457200">
              <a:lnSpc>
                <a:spcPct val="100000"/>
              </a:lnSpc>
              <a:defRPr/>
            </a:pPr>
            <a:r>
              <a:rPr lang="en-US" b="true" i="false" strike="noStrike" u="none" sz="38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Meiti Shangcheng Employee &amp; Shift Management System</a:t>
            </a:r>
            <a:endParaRPr lang="en-US" sz="1100"/>
          </a:p>
          <a:p>
            <a:pPr algn="ctr" marL="0" indent="0" defTabSz="457200">
              <a:lnSpc>
                <a:spcPct val="100000"/>
              </a:lnSpc>
            </a:pPr>
            <a:r>
              <a:rPr lang="en-US" b="false" i="false" strike="noStrike" u="none" sz="2800">
                <a:solidFill>
                  <a:srgbClr val="1C7293"/>
                </a:solidFill>
                <a:latin typeface="Georgia"/>
                <a:ea typeface="Georgia"/>
                <a:cs typeface="Georgia"/>
                <a:sym typeface="Georgia"/>
              </a:rPr>
              <a:t>UML Class Diagram Design</a:t>
            </a:r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1097280" y="3931920"/>
            <a:ext cx="10058400" cy="5530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ctr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600">
                <a:solidFill>
                  <a:srgbClr val="AACCDD"/>
                </a:solidFill>
                <a:latin typeface="Calibri"/>
                <a:ea typeface="Calibri"/>
                <a:cs typeface="Calibri"/>
                <a:sym typeface="Calibri"/>
              </a:rPr>
              <a:t>The first DIY &amp; hardware chain store of Jupiter Group in Zhengzhou</a:t>
            </a:r>
            <a:endParaRPr lang="en-US" sz="1100"/>
          </a:p>
          <a:p>
            <a:pPr algn="ctr" marL="0" indent="0" defTabSz="45720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88AABB"/>
                </a:solidFill>
                <a:latin typeface="Calibri"/>
                <a:ea typeface="Calibri"/>
                <a:cs typeface="Calibri"/>
                <a:sym typeface="Calibri"/>
              </a:rPr>
              <a:t>Group 6 · Assignment 3  </a:t>
            </a:r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0" y="6400800"/>
            <a:ext cx="12191695" cy="457200"/>
          </a:xfrm>
          <a:prstGeom prst="rect">
            <a:avLst/>
          </a:prstGeom>
          <a:solidFill>
            <a:srgbClr val="065A82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1097280" y="6446520"/>
            <a:ext cx="10058400" cy="3657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ctr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100">
                <a:solidFill>
                  <a:srgbClr val="DDDDDD"/>
                </a:solidFill>
                <a:latin typeface="Calibri"/>
                <a:ea typeface="Calibri"/>
                <a:cs typeface="Calibri"/>
                <a:sym typeface="Calibri"/>
              </a:rPr>
              <a:t>Jupiter Group · Zhengzhou · 2026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1695" cy="73152"/>
          </a:xfrm>
          <a:prstGeom prst="rect">
            <a:avLst/>
          </a:prstGeom>
          <a:solidFill>
            <a:srgbClr val="065A82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731520" y="320040"/>
            <a:ext cx="10698480" cy="685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true" i="false" strike="noStrike" u="none" sz="3000">
                <a:solidFill>
                  <a:srgbClr val="21295C"/>
                </a:solidFill>
                <a:latin typeface="Georgia"/>
                <a:ea typeface="Georgia"/>
                <a:cs typeface="Georgia"/>
                <a:sym typeface="Georgia"/>
              </a:rPr>
              <a:t>CONTENTS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914400" y="1600200"/>
            <a:ext cx="640080" cy="640080"/>
          </a:xfrm>
          <a:prstGeom prst="ellipse">
            <a:avLst/>
          </a:prstGeom>
          <a:solidFill>
            <a:srgbClr val="065A82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914400" y="1691640"/>
            <a:ext cx="640080" cy="5486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ctr" marL="0" indent="0" defTabSz="457200">
              <a:lnSpc>
                <a:spcPct val="100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1828800" y="1618488"/>
            <a:ext cx="9144000" cy="4114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true" i="false" strike="noStrike" u="none" sz="2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UML Class Diagram Overview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1828800" y="1984248"/>
            <a:ext cx="9144000" cy="3657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Five packages · 12 core classes · 3 enumeration types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914400" y="2743200"/>
            <a:ext cx="640080" cy="640080"/>
          </a:xfrm>
          <a:prstGeom prst="ellipse">
            <a:avLst/>
          </a:prstGeom>
          <a:solidFill>
            <a:srgbClr val="065A82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914400" y="2834640"/>
            <a:ext cx="640080" cy="5486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ctr" marL="0" indent="0" defTabSz="457200">
              <a:lnSpc>
                <a:spcPct val="100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lang="en-US" sz="1100"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1828800" y="2761488"/>
            <a:ext cx="9144000" cy="4114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true" i="false" strike="noStrike" u="none" sz="2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Class Diagram Notation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1828800" y="3127248"/>
            <a:ext cx="9144000" cy="3657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Three-compartment class structure, visibility markers, and key modeling mechanisms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914400" y="3886200"/>
            <a:ext cx="640080" cy="640080"/>
          </a:xfrm>
          <a:prstGeom prst="ellipse">
            <a:avLst/>
          </a:prstGeom>
          <a:solidFill>
            <a:srgbClr val="065A82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914400" y="3977640"/>
            <a:ext cx="640080" cy="5486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ctr" marL="0" indent="0" defTabSz="457200">
              <a:lnSpc>
                <a:spcPct val="100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lang="en-US" sz="1100"/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1828800" y="3904488"/>
            <a:ext cx="9144000" cy="4114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true" i="false" strike="noStrike" u="none" sz="2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Core Classes in Detail</a:t>
            </a:r>
            <a:endParaRPr lang="en-US" sz="1100"/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1828800" y="4270248"/>
            <a:ext cx="9144000" cy="3657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Design rationale, responsibilities, and encapsulation strategies, class by class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914400" y="5029200"/>
            <a:ext cx="640080" cy="640080"/>
          </a:xfrm>
          <a:prstGeom prst="ellipse">
            <a:avLst/>
          </a:prstGeom>
          <a:solidFill>
            <a:srgbClr val="065A82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17" id="17"/>
          <p:cNvSpPr txBox="true"/>
          <p:nvPr/>
        </p:nvSpPr>
        <p:spPr>
          <a:xfrm rot="0" flipH="false" flipV="false">
            <a:off x="914400" y="5120640"/>
            <a:ext cx="640080" cy="5486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ctr" marL="0" indent="0" defTabSz="457200">
              <a:lnSpc>
                <a:spcPct val="100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lang="en-US" sz="1100"/>
          </a:p>
        </p:txBody>
      </p:sp>
      <p:sp>
        <p:nvSpPr>
          <p:cNvPr name="AutoShape 18" id="18"/>
          <p:cNvSpPr txBox="true"/>
          <p:nvPr/>
        </p:nvSpPr>
        <p:spPr>
          <a:xfrm rot="0" flipH="false" flipV="false">
            <a:off x="1828800" y="5047488"/>
            <a:ext cx="9144000" cy="4114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true" i="false" strike="noStrike" u="none" sz="2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Class Relationship Analysis</a:t>
            </a:r>
            <a:endParaRPr lang="en-US" sz="1100"/>
          </a:p>
        </p:txBody>
      </p:sp>
      <p:sp>
        <p:nvSpPr>
          <p:cNvPr name="AutoShape 19" id="19"/>
          <p:cNvSpPr txBox="true"/>
          <p:nvPr/>
        </p:nvSpPr>
        <p:spPr>
          <a:xfrm rot="0" flipH="false" flipV="false">
            <a:off x="1828800" y="5413248"/>
            <a:ext cx="9144000" cy="3657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Semantics of generalization, association, composition, and dependency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1695" cy="73152"/>
          </a:xfrm>
          <a:prstGeom prst="roundRect">
            <a:avLst>
              <a:gd name="adj" fmla="val 0"/>
            </a:avLst>
          </a:prstGeom>
          <a:solidFill>
            <a:srgbClr val="065A8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731520" y="320040"/>
            <a:ext cx="10698480" cy="685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true" i="false" strike="noStrike" u="none" sz="3000">
                <a:solidFill>
                  <a:srgbClr val="21295C"/>
                </a:solidFill>
                <a:latin typeface="Georgia"/>
                <a:ea typeface="Georgia"/>
                <a:cs typeface="Georgia"/>
                <a:sym typeface="Georgia"/>
              </a:rPr>
              <a:t>01 UML Class Diagram — Full Overview</a:t>
            </a:r>
            <a:endParaRPr lang="en-US" sz="1100"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731520" y="960120"/>
            <a:ext cx="10698480" cy="457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Five-package structure · top-down layout · clean, untangled edges</a:t>
            </a:r>
            <a:endParaRPr lang="en-US" sz="1100"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rcRect l="5" r="5" t="0" b="0"/>
          <a:stretch>
            <a:fillRect/>
          </a:stretch>
        </p:blipFill>
        <p:spPr>
          <a:xfrm rot="0" flipH="false" flipV="false">
            <a:off x="1765300" y="1645920"/>
            <a:ext cx="8657590" cy="4826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6" id="6"/>
          <p:cNvSpPr txBox="true"/>
          <p:nvPr/>
        </p:nvSpPr>
        <p:spPr>
          <a:xfrm rot="0" flipH="false" flipV="false">
            <a:off x="731520" y="6492240"/>
            <a:ext cx="10058400" cy="3657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ctr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1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Figure 1. UML class diagram of the Meiti Shangcheng employee and shift management system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1695" cy="73152"/>
          </a:xfrm>
          <a:prstGeom prst="roundRect">
            <a:avLst>
              <a:gd name="adj" fmla="val 0"/>
            </a:avLst>
          </a:prstGeom>
          <a:solidFill>
            <a:srgbClr val="065A8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731520" y="320040"/>
            <a:ext cx="10698480" cy="685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true" i="false" strike="noStrike" u="none" sz="3000">
                <a:solidFill>
                  <a:srgbClr val="21295C"/>
                </a:solidFill>
                <a:latin typeface="Georgia"/>
                <a:ea typeface="Georgia"/>
                <a:cs typeface="Georgia"/>
                <a:sym typeface="Georgia"/>
              </a:rPr>
              <a:t>02 Class Diagram Notation — Conventions</a:t>
            </a:r>
            <a:endParaRPr lang="en-US" sz="1100"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731520" y="960120"/>
            <a:ext cx="1069848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Graphical notation following the UML 2.x specification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914400" y="1554480"/>
            <a:ext cx="2286000" cy="731520"/>
          </a:xfrm>
          <a:prstGeom prst="roundRect">
            <a:avLst>
              <a:gd name="adj" fmla="val 16667"/>
            </a:avLst>
          </a:prstGeom>
          <a:solidFill>
            <a:srgbClr val="E8F4FD">
              <a:alpha val="100000"/>
            </a:srgbClr>
          </a:solidFill>
          <a:ln w="12700" cmpd="sng" cap="flat">
            <a:solidFill>
              <a:srgbClr val="2E86AB">
                <a:alpha val="100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1097280" y="1691640"/>
            <a:ext cx="192024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ctr" marL="0" indent="0" defTabSz="45720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Class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3657600" y="1645920"/>
            <a:ext cx="7315200" cy="54864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Three-compartment structure: name / attributes / operations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914400" y="2697480"/>
            <a:ext cx="2286000" cy="731520"/>
          </a:xfrm>
          <a:prstGeom prst="roundRect">
            <a:avLst>
              <a:gd name="adj" fmla="val 16667"/>
            </a:avLst>
          </a:prstGeom>
          <a:solidFill>
            <a:srgbClr val="FFF3CD">
              <a:alpha val="100000"/>
            </a:srgbClr>
          </a:solidFill>
          <a:ln w="12700" cmpd="sng" cap="flat">
            <a:solidFill>
              <a:srgbClr val="856404">
                <a:alpha val="100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1097280" y="2834640"/>
            <a:ext cx="192024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ctr" marL="0" indent="0" defTabSz="45720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Abstract Class</a:t>
            </a:r>
            <a:endParaRPr lang="en-US" sz="1100"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3657600" y="2788920"/>
            <a:ext cx="7315200" cy="54864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«abstract» stereotype marker — User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914400" y="3840480"/>
            <a:ext cx="2286000" cy="731520"/>
          </a:xfrm>
          <a:prstGeom prst="roundRect">
            <a:avLst>
              <a:gd name="adj" fmla="val 16667"/>
            </a:avLst>
          </a:prstGeom>
          <a:solidFill>
            <a:srgbClr val="D4EDDA">
              <a:alpha val="100000"/>
            </a:srgbClr>
          </a:solidFill>
          <a:ln w="12700" cmpd="sng" cap="flat">
            <a:solidFill>
              <a:srgbClr val="28A745">
                <a:alpha val="100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1097280" y="3977640"/>
            <a:ext cx="192024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ctr" marL="0" indent="0" defTabSz="45720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Enumeration</a:t>
            </a:r>
            <a:endParaRPr lang="en-US" sz="1100"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3657600" y="3931920"/>
            <a:ext cx="7315200" cy="54864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Stereotyped data type with a restricted value domain</a:t>
            </a:r>
            <a:endParaRPr lang="en-US" sz="1100"/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731520" y="5029200"/>
            <a:ext cx="9144000" cy="457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Relationship notation:</a:t>
            </a:r>
            <a:endParaRPr lang="en-US" sz="1100"/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914400" y="5486400"/>
            <a:ext cx="4114800" cy="256032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Solid + hollow triangle </a:t>
            </a:r>
            <a:r>
              <a:rPr lang="en-US" b="true" i="false" strike="noStrike" u="none" sz="1200">
                <a:solidFill>
                  <a:srgbClr val="21295C"/>
                </a:solidFill>
                <a:latin typeface="Noto Sans SC"/>
                <a:ea typeface="Noto Sans SC"/>
                <a:cs typeface="Noto Sans SC"/>
                <a:sym typeface="Noto Sans SC"/>
              </a:rPr>
              <a:t>▷</a:t>
            </a:r>
            <a:endParaRPr lang="en-US" sz="1100"/>
          </a:p>
        </p:txBody>
      </p:sp>
      <p:sp>
        <p:nvSpPr>
          <p:cNvPr name="AutoShape 16" id="16"/>
          <p:cNvSpPr txBox="true"/>
          <p:nvPr/>
        </p:nvSpPr>
        <p:spPr>
          <a:xfrm rot="0" flipH="false" flipV="false">
            <a:off x="5029200" y="5486400"/>
            <a:ext cx="6400800" cy="256032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Generalization — specialization of the parent class User</a:t>
            </a:r>
            <a:endParaRPr lang="en-US" sz="1100"/>
          </a:p>
        </p:txBody>
      </p:sp>
      <p:sp>
        <p:nvSpPr>
          <p:cNvPr name="AutoShape 17" id="17"/>
          <p:cNvSpPr txBox="true"/>
          <p:nvPr/>
        </p:nvSpPr>
        <p:spPr>
          <a:xfrm rot="0" flipH="false" flipV="false">
            <a:off x="914400" y="5733288"/>
            <a:ext cx="4114800" cy="256032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Solid + filled diamond </a:t>
            </a:r>
            <a:r>
              <a:rPr lang="en-US" b="true" i="false" strike="noStrike" u="none" sz="1200">
                <a:solidFill>
                  <a:srgbClr val="21295C"/>
                </a:solidFill>
                <a:latin typeface="Noto Sans SC"/>
                <a:ea typeface="Noto Sans SC"/>
                <a:cs typeface="Noto Sans SC"/>
                <a:sym typeface="Noto Sans SC"/>
              </a:rPr>
              <a:t>◆</a:t>
            </a:r>
            <a:endParaRPr lang="en-US" sz="1100"/>
          </a:p>
        </p:txBody>
      </p:sp>
      <p:sp>
        <p:nvSpPr>
          <p:cNvPr name="AutoShape 18" id="18"/>
          <p:cNvSpPr txBox="true"/>
          <p:nvPr/>
        </p:nvSpPr>
        <p:spPr>
          <a:xfrm rot="0" flipH="false" flipV="false">
            <a:off x="5029200" y="5733288"/>
            <a:ext cx="6400800" cy="256032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Composition — strong whole–part ownership (not used: see Detail ⑤, DB-Aligned)</a:t>
            </a:r>
            <a:endParaRPr lang="en-US" sz="1100"/>
          </a:p>
        </p:txBody>
      </p:sp>
      <p:sp>
        <p:nvSpPr>
          <p:cNvPr name="AutoShape 19" id="19"/>
          <p:cNvSpPr txBox="true"/>
          <p:nvPr/>
        </p:nvSpPr>
        <p:spPr>
          <a:xfrm rot="0" flipH="false" flipV="false">
            <a:off x="914400" y="5980176"/>
            <a:ext cx="4114800" cy="256032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Solid + crow's foot ↗</a:t>
            </a:r>
            <a:endParaRPr lang="en-US" sz="1100"/>
          </a:p>
        </p:txBody>
      </p:sp>
      <p:sp>
        <p:nvSpPr>
          <p:cNvPr name="AutoShape 20" id="20"/>
          <p:cNvSpPr txBox="true"/>
          <p:nvPr/>
        </p:nvSpPr>
        <p:spPr>
          <a:xfrm rot="0" flipH="false" flipV="false">
            <a:off x="5029200" y="5980176"/>
            <a:ext cx="6400800" cy="256032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Association — the crow's-foot end denotes the "many" side</a:t>
            </a:r>
            <a:endParaRPr lang="en-US" sz="1100"/>
          </a:p>
        </p:txBody>
      </p:sp>
      <p:sp>
        <p:nvSpPr>
          <p:cNvPr name="AutoShape 21" id="21"/>
          <p:cNvSpPr txBox="true"/>
          <p:nvPr/>
        </p:nvSpPr>
        <p:spPr>
          <a:xfrm rot="0" flipH="false" flipV="false">
            <a:off x="914400" y="6227064"/>
            <a:ext cx="4114800" cy="256032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Dashed line </a:t>
            </a:r>
            <a:r>
              <a:rPr lang="en-US" b="true" i="false" strike="noStrike" u="none" sz="1200">
                <a:solidFill>
                  <a:srgbClr val="21295C"/>
                </a:solidFill>
                <a:latin typeface="Noto Sans SC"/>
                <a:ea typeface="Noto Sans SC"/>
                <a:cs typeface="Noto Sans SC"/>
                <a:sym typeface="Noto Sans SC"/>
              </a:rPr>
              <a:t>☼</a:t>
            </a:r>
            <a:endParaRPr lang="en-US" sz="1100"/>
          </a:p>
        </p:txBody>
      </p:sp>
      <p:sp>
        <p:nvSpPr>
          <p:cNvPr name="AutoShape 22" id="22"/>
          <p:cNvSpPr txBox="true"/>
          <p:nvPr/>
        </p:nvSpPr>
        <p:spPr>
          <a:xfrm rot="0" flipH="false" flipV="false">
            <a:off x="5029200" y="6227064"/>
            <a:ext cx="6400800" cy="256032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Dependency — value-constraint reference to an enumeration type</a:t>
            </a:r>
            <a:endParaRPr lang="en-US" sz="1100"/>
          </a:p>
        </p:txBody>
      </p:sp>
      <p:sp>
        <p:nvSpPr>
          <p:cNvPr name="AutoShape 23" id="23"/>
          <p:cNvSpPr txBox="true"/>
          <p:nvPr/>
        </p:nvSpPr>
        <p:spPr>
          <a:xfrm rot="0" flipH="false" flipV="false">
            <a:off x="914400" y="6473952"/>
            <a:ext cx="4114800" cy="256032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+ / − prefixes</a:t>
            </a:r>
            <a:endParaRPr lang="en-US" sz="1100"/>
          </a:p>
        </p:txBody>
      </p:sp>
      <p:sp>
        <p:nvSpPr>
          <p:cNvPr name="AutoShape 24" id="24"/>
          <p:cNvSpPr txBox="true"/>
          <p:nvPr/>
        </p:nvSpPr>
        <p:spPr>
          <a:xfrm rot="0" flipH="false" flipV="false">
            <a:off x="5029200" y="6473952"/>
            <a:ext cx="6400800" cy="256032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Visibility: + public; − private, reflecting encapsulation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1695" cy="73152"/>
          </a:xfrm>
          <a:prstGeom prst="roundRect">
            <a:avLst>
              <a:gd name="adj" fmla="val 0"/>
            </a:avLst>
          </a:prstGeom>
          <a:solidFill>
            <a:srgbClr val="065A8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731520" y="320040"/>
            <a:ext cx="10698480" cy="685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true" i="false" strike="noStrike" u="none" sz="3000">
                <a:solidFill>
                  <a:srgbClr val="21295C"/>
                </a:solidFill>
                <a:latin typeface="Georgia"/>
                <a:ea typeface="Georgia"/>
                <a:cs typeface="Georgia"/>
                <a:sym typeface="Georgia"/>
              </a:rPr>
              <a:t>02 Notation — Key Modeling Mechanisms</a:t>
            </a:r>
            <a:endParaRPr lang="en-US" sz="1100"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731520" y="1229868"/>
            <a:ext cx="1069848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Core OO mechanisms adopted in this class diagram and their design intent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31520" y="1554480"/>
            <a:ext cx="5303520" cy="2286000"/>
          </a:xfrm>
          <a:prstGeom prst="roundRect">
            <a:avLst>
              <a:gd name="adj" fmla="val 16667"/>
            </a:avLst>
          </a:prstGeom>
          <a:solidFill>
            <a:srgbClr val="F2F2F2">
              <a:alpha val="100000"/>
            </a:srgbClr>
          </a:solidFill>
          <a:ln w="12700" cmpd="sng" cap="flat">
            <a:solidFill>
              <a:srgbClr val="DDDDDD">
                <a:alpha val="100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960120" y="1664208"/>
            <a:ext cx="4846320" cy="36576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Generalization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960120" y="2029968"/>
            <a:ext cx="4846320" cy="32004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Behavior reuse &amp; polymorphism</a:t>
            </a:r>
            <a:endParaRPr lang="en-US" sz="1100"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960120" y="2395728"/>
            <a:ext cx="4846320" cy="1371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1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Subclasses inherit the parent's attributes and operations and append specialized responsibilities;</a:t>
            </a:r>
            <a:r>
              <a:rPr lang="en-US" b="false" i="false" strike="noStrike" u="none" sz="11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lang="en-US" sz="1100"/>
          </a:p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1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Honors the Liskov Substitution Principle (LSP) — role objects are referenced uniformly as User;</a:t>
            </a:r>
            <a:r>
              <a:rPr lang="en-US" b="false" i="false" strike="noStrike" u="none" sz="11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1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Runtime dynamic binding provides the polymorphic basis for permission dispatch.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309360" y="1554480"/>
            <a:ext cx="5303520" cy="2286000"/>
          </a:xfrm>
          <a:prstGeom prst="roundRect">
            <a:avLst>
              <a:gd name="adj" fmla="val 16667"/>
            </a:avLst>
          </a:prstGeom>
          <a:solidFill>
            <a:srgbClr val="F2F2F2">
              <a:alpha val="100000"/>
            </a:srgbClr>
          </a:solidFill>
          <a:ln w="12700" cmpd="sng" cap="flat">
            <a:solidFill>
              <a:srgbClr val="DDDDDD">
                <a:alpha val="100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6537960" y="1664208"/>
            <a:ext cx="4846320" cy="36576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Abstract Class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6537960" y="2029968"/>
            <a:ext cx="4846320" cy="32004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Contract definition, no instantiation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6537960" y="2395728"/>
            <a:ext cx="4846320" cy="1371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1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«abstract» User cannot be instantiated; it defines the common contract of all system users;</a:t>
            </a:r>
            <a:r>
              <a:rPr lang="en-US" b="false" i="false" strike="noStrike" u="none" sz="11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lang="en-US" sz="1100"/>
          </a:p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1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No role-less "bare user" exists — every concrete user is a subclass;</a:t>
            </a:r>
            <a:r>
              <a:rPr lang="en-US" b="false" i="false" strike="noStrike" u="none" sz="11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1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Effectively prevents bypassing the role-based permission model.</a:t>
            </a:r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31520" y="4069080"/>
            <a:ext cx="5303520" cy="2286000"/>
          </a:xfrm>
          <a:prstGeom prst="roundRect">
            <a:avLst>
              <a:gd name="adj" fmla="val 16667"/>
            </a:avLst>
          </a:prstGeom>
          <a:solidFill>
            <a:srgbClr val="F2F2F2">
              <a:alpha val="100000"/>
            </a:srgbClr>
          </a:solidFill>
          <a:ln w="12700" cmpd="sng" cap="flat">
            <a:solidFill>
              <a:srgbClr val="DDDDDD">
                <a:alpha val="100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960120" y="4178808"/>
            <a:ext cx="4846320" cy="36576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Enumeration</a:t>
            </a:r>
            <a:endParaRPr lang="en-US" sz="1100"/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960120" y="4544568"/>
            <a:ext cx="4846320" cy="32004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Value-domain constraint</a:t>
            </a:r>
            <a:endParaRPr lang="en-US" sz="1100"/>
          </a:p>
        </p:txBody>
      </p:sp>
      <p:sp>
        <p:nvSpPr>
          <p:cNvPr name="AutoShape 16" id="16"/>
          <p:cNvSpPr txBox="true"/>
          <p:nvPr/>
        </p:nvSpPr>
        <p:spPr>
          <a:xfrm rot="0" flipH="false" flipV="false">
            <a:off x="960120" y="4910328"/>
            <a:ext cx="4846320" cy="1371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1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Restricts an attribute's value space to a set of predefined constants;</a:t>
            </a:r>
            <a:r>
              <a:rPr lang="en-US" b="false" i="false" strike="noStrike" u="none" sz="11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lang="en-US" sz="1100"/>
          </a:p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1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Eliminates illegal states at the modeling level, replacing free-text input;</a:t>
            </a:r>
            <a:r>
              <a:rPr lang="en-US" b="false" i="false" strike="noStrike" u="none" sz="11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1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More readable and maintainable than boolean flags or string conventions.</a:t>
            </a:r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309360" y="4069080"/>
            <a:ext cx="5303520" cy="2286000"/>
          </a:xfrm>
          <a:prstGeom prst="roundRect">
            <a:avLst>
              <a:gd name="adj" fmla="val 16667"/>
            </a:avLst>
          </a:prstGeom>
          <a:solidFill>
            <a:srgbClr val="F2F2F2">
              <a:alpha val="100000"/>
            </a:srgbClr>
          </a:solidFill>
          <a:ln w="12700" cmpd="sng" cap="flat">
            <a:solidFill>
              <a:srgbClr val="DDDDDD">
                <a:alpha val="100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 txBox="true"/>
          <p:nvPr/>
        </p:nvSpPr>
        <p:spPr>
          <a:xfrm rot="0" flipH="false" flipV="false">
            <a:off x="6537960" y="4178808"/>
            <a:ext cx="4846320" cy="36576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Composition</a:t>
            </a:r>
            <a:endParaRPr lang="en-US" sz="1100"/>
          </a:p>
        </p:txBody>
      </p:sp>
      <p:sp>
        <p:nvSpPr>
          <p:cNvPr name="AutoShape 19" id="19"/>
          <p:cNvSpPr txBox="true"/>
          <p:nvPr/>
        </p:nvSpPr>
        <p:spPr>
          <a:xfrm rot="0" flipH="false" flipV="false">
            <a:off x="6537960" y="4544568"/>
            <a:ext cx="4846320" cy="32004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Lifecycle constraint</a:t>
            </a:r>
            <a:endParaRPr lang="en-US" sz="1100"/>
          </a:p>
        </p:txBody>
      </p:sp>
      <p:sp>
        <p:nvSpPr>
          <p:cNvPr name="AutoShape 20" id="20"/>
          <p:cNvSpPr txBox="true"/>
          <p:nvPr/>
        </p:nvSpPr>
        <p:spPr>
          <a:xfrm rot="0" flipH="false" flipV="false">
            <a:off x="6537960" y="4910328"/>
            <a:ext cx="4846320" cy="1371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 filled diamond marks strong ownership in UML, but here ShiftAssignment—Shift</a:t>
            </a: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lang="en-US" sz="1100"/>
          </a:p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is modeled as a normal association: the DB keeps only a plain FK (schedules.shift_id),</a:t>
            </a: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so the composite lifecycle semantics no longer apply (DB-Aligned).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1695" cy="73152"/>
          </a:xfrm>
          <a:prstGeom prst="roundRect">
            <a:avLst>
              <a:gd name="adj" fmla="val 0"/>
            </a:avLst>
          </a:prstGeom>
          <a:solidFill>
            <a:srgbClr val="065A8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731520" y="320040"/>
            <a:ext cx="1069848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21295C"/>
                </a:solidFill>
                <a:latin typeface="Georgia"/>
                <a:ea typeface="Georgia"/>
                <a:cs typeface="Georgia"/>
                <a:sym typeface="Georgia"/>
              </a:rPr>
              <a:t>03 Detail </a:t>
            </a:r>
            <a:r>
              <a:rPr lang="en-US" b="true" i="false" strike="noStrike" u="none" sz="2800">
                <a:solidFill>
                  <a:srgbClr val="21295C"/>
                </a:solidFill>
                <a:latin typeface="Noto Sans SC"/>
                <a:ea typeface="Noto Sans SC"/>
                <a:cs typeface="Noto Sans SC"/>
                <a:sym typeface="Noto Sans SC"/>
              </a:rPr>
              <a:t>①</a:t>
            </a:r>
            <a:r>
              <a:rPr lang="en-US" b="true" i="false" strike="noStrike" u="none" sz="2800">
                <a:solidFill>
                  <a:srgbClr val="21295C"/>
                </a:solidFill>
                <a:latin typeface="Georgia"/>
                <a:ea typeface="Georgia"/>
                <a:cs typeface="Georgia"/>
                <a:sym typeface="Georgia"/>
              </a:rPr>
              <a:t> — User Role Inheritance Hierarchy</a:t>
            </a:r>
            <a:endParaRPr lang="en-US" sz="1100"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731520" y="965200"/>
            <a:ext cx="1069848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A permission model built on generalization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31520" y="1422400"/>
            <a:ext cx="4114800" cy="5334000"/>
          </a:xfrm>
          <a:prstGeom prst="roundRect">
            <a:avLst>
              <a:gd name="adj" fmla="val 16666"/>
            </a:avLst>
          </a:prstGeom>
          <a:solidFill>
            <a:srgbClr val="FFF3CD">
              <a:alpha val="100000"/>
            </a:srgbClr>
          </a:solidFill>
          <a:ln w="12700" cmpd="sng" cap="flat">
            <a:solidFill>
              <a:srgbClr val="856404">
                <a:alpha val="100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914400" y="1549400"/>
            <a:ext cx="3749039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«abstract» User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914400" y="1930400"/>
            <a:ext cx="3749039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0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Abstract base class for all users</a:t>
            </a:r>
            <a:endParaRPr lang="en-US" sz="1100"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914400" y="2362200"/>
            <a:ext cx="3749039" cy="419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- username: String</a:t>
            </a:r>
            <a:r>
              <a:rPr lang="en-US" b="false" i="false" strike="noStrike" u="none" sz="10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- password: String</a:t>
            </a:r>
            <a:r>
              <a:rPr lang="en-US" b="false" i="false" strike="noStrike" u="none" sz="10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+ login(): boolean</a:t>
            </a:r>
            <a:r>
              <a:rPr lang="en-US" b="false" i="false" strike="noStrike" u="none" sz="10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+ logout(): void</a:t>
            </a:r>
            <a:r>
              <a:rPr lang="en-US" b="false" i="false" strike="noStrike" u="none" sz="10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▼</a:t>
            </a: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Four concrete subclasses:</a:t>
            </a:r>
            <a:r>
              <a:rPr lang="en-US" b="false" i="false" strike="noStrike" u="none" sz="10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AdministrationStaff (HR)</a:t>
            </a:r>
            <a:r>
              <a:rPr lang="en-US" b="false" i="false" strike="noStrike" u="none" sz="10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Manager (Store Manager)</a:t>
            </a:r>
            <a:r>
              <a:rPr lang="en-US" b="false" i="false" strike="noStrike" u="none" sz="10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WarehouseWorker (Warehouse Staff)</a:t>
            </a:r>
            <a:r>
              <a:rPr lang="en-US" b="false" i="false" strike="noStrike" u="none" sz="10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StoreEmployee (Store Staff)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5120640" y="1422400"/>
            <a:ext cx="6355080" cy="5283200"/>
          </a:xfrm>
          <a:prstGeom prst="roundRect">
            <a:avLst>
              <a:gd name="adj" fmla="val 15288"/>
            </a:avLst>
          </a:prstGeom>
          <a:solidFill>
            <a:srgbClr val="F2F2F2">
              <a:alpha val="100000"/>
            </a:srgbClr>
          </a:solidFill>
          <a:ln w="12700" cmpd="sng" cap="flat">
            <a:solidFill>
              <a:srgbClr val="DDDDDD">
                <a:alpha val="100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5394960" y="1574800"/>
            <a:ext cx="585216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Design rationale: Pull Up common behavior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5394960" y="1930400"/>
            <a:ext cx="5852160" cy="711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All four roles share one authentication flow, lifted into the abstract parent User;</a:t>
            </a: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lang="en-US" sz="1100"/>
          </a:p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login()/logout() are implemented once and reused by all subclasses, eliminating duplication.</a:t>
            </a:r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5394960" y="2692400"/>
            <a:ext cx="585216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Responsibility assignment: role-specific operations</a:t>
            </a:r>
            <a:endParaRPr lang="en-US" sz="1100"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5394960" y="3048000"/>
            <a:ext cx="5852160" cy="1117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HR: employee records, wage setting;</a:t>
            </a: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lang="en-US" sz="1100"/>
          </a:p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Manager: statistics queries, sick-leave registration, scheduling;</a:t>
            </a: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WarehouseWorker: inventory view, restock-request processing;</a:t>
            </a: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StoreEmployee: personal roster, profile maintenance (self-service site).</a:t>
            </a:r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5394960" y="4216400"/>
            <a:ext cx="585216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Architectural benefit: Open-Closed Principle (OCP)</a:t>
            </a:r>
            <a:endParaRPr lang="en-US" sz="1100"/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5394960" y="4572000"/>
            <a:ext cx="5852160" cy="787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Open for extension — a new role (e.g., Cleaner) requires only a new subclass;</a:t>
            </a: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lang="en-US" sz="1100"/>
          </a:p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Closed for modification — existing roles and authentication logic stay untouched;</a:t>
            </a: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Permission isolation is achieved at the type level, without runtime checks.</a:t>
            </a:r>
          </a:p>
        </p:txBody>
      </p:sp>
      <p:sp>
        <p:nvSpPr>
          <p:cNvPr name="AutoShape 16" id="16"/>
          <p:cNvSpPr txBox="true"/>
          <p:nvPr/>
        </p:nvSpPr>
        <p:spPr>
          <a:xfrm rot="0" flipH="false" flipV="false">
            <a:off x="5394960" y="5410200"/>
            <a:ext cx="585216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Database implementation note (DB-Aligned)</a:t>
            </a:r>
            <a:endParaRPr lang="en-US" sz="1100"/>
          </a:p>
        </p:txBody>
      </p:sp>
      <p:sp>
        <p:nvSpPr>
          <p:cNvPr name="AutoShape 17" id="17"/>
          <p:cNvSpPr txBox="true"/>
          <p:nvPr/>
        </p:nvSpPr>
        <p:spPr>
          <a:xfrm rot="0" flipH="false" flipV="false">
            <a:off x="5394960" y="5765800"/>
            <a:ext cx="5852160" cy="914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The users table stores roles in a string column (single-table inheritance);</a:t>
            </a: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lang="en-US" sz="1100"/>
          </a:p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the 'manager' role value is removed from DB — shift_manager takes over its permissions</a:t>
            </a: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as a role value only, not as a UML subclass.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1695" cy="73152"/>
          </a:xfrm>
          <a:prstGeom prst="roundRect">
            <a:avLst>
              <a:gd name="adj" fmla="val 0"/>
            </a:avLst>
          </a:prstGeom>
          <a:solidFill>
            <a:srgbClr val="065A8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731520" y="320040"/>
            <a:ext cx="10698480" cy="685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true" i="false" strike="noStrike" u="none" sz="3000">
                <a:solidFill>
                  <a:srgbClr val="21295C"/>
                </a:solidFill>
                <a:latin typeface="Georgia"/>
                <a:ea typeface="Georgia"/>
                <a:cs typeface="Georgia"/>
                <a:sym typeface="Georgia"/>
              </a:rPr>
              <a:t>03 Detail </a:t>
            </a:r>
            <a:r>
              <a:rPr lang="en-US" b="true" i="false" strike="noStrike" u="none" sz="3000">
                <a:solidFill>
                  <a:srgbClr val="21295C"/>
                </a:solidFill>
                <a:latin typeface="Noto Sans SC"/>
                <a:ea typeface="Noto Sans SC"/>
                <a:cs typeface="Noto Sans SC"/>
                <a:sym typeface="Noto Sans SC"/>
              </a:rPr>
              <a:t>②</a:t>
            </a:r>
            <a:r>
              <a:rPr lang="en-US" b="true" i="false" strike="noStrike" u="none" sz="3000">
                <a:solidFill>
                  <a:srgbClr val="21295C"/>
                </a:solidFill>
                <a:latin typeface="Georgia"/>
                <a:ea typeface="Georgia"/>
                <a:cs typeface="Georgia"/>
                <a:sym typeface="Georgia"/>
              </a:rPr>
              <a:t> — Employee: The Core Business Entity</a:t>
            </a:r>
            <a:endParaRPr lang="en-US" sz="1100"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731520" y="960120"/>
            <a:ext cx="1069848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Business rules mapped to attribute design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31520" y="1600200"/>
            <a:ext cx="4114800" cy="4846320"/>
          </a:xfrm>
          <a:prstGeom prst="roundRect">
            <a:avLst>
              <a:gd name="adj" fmla="val 16666"/>
            </a:avLst>
          </a:prstGeom>
          <a:solidFill>
            <a:srgbClr val="F2F2F2">
              <a:alpha val="100000"/>
            </a:srgbClr>
          </a:solidFill>
          <a:ln w="12700" cmpd="sng" cap="flat">
            <a:solidFill>
              <a:srgbClr val="DDDDDD">
                <a:alpha val="100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914400" y="1737360"/>
            <a:ext cx="3749039" cy="36576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Employee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914400" y="2103120"/>
            <a:ext cx="3749039" cy="32004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0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Core entity associated with most classes</a:t>
            </a:r>
            <a:endParaRPr lang="en-US" sz="1100"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914400" y="2468880"/>
            <a:ext cx="3749039" cy="384048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- id: String (uuid PK)</a:t>
            </a: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lang="en-US" sz="1100"/>
          </a:p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- employeeNo: String (E001)</a:t>
            </a: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- realName: String</a:t>
            </a: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- gender / email / position</a:t>
            </a: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- phone: String</a:t>
            </a: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- hireDate: Date</a:t>
            </a: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- hourlyWage: double</a:t>
            </a: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- sickLeaveDays: int</a:t>
            </a: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- annualLeaveDays: int</a:t>
            </a: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- status: String ('active'/'resigned')</a:t>
            </a: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- departmentId: FK</a:t>
            </a: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- createdAt / updatedAt: DateTime</a:t>
            </a: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+ getFullDetails()</a:t>
            </a: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+ updatePersonalData()</a:t>
            </a: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+ deactivate(reason)</a:t>
            </a: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+ hasOngoingShift()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5120640" y="1600200"/>
            <a:ext cx="6355080" cy="4846320"/>
          </a:xfrm>
          <a:prstGeom prst="roundRect">
            <a:avLst>
              <a:gd name="adj" fmla="val 16667"/>
            </a:avLst>
          </a:prstGeom>
          <a:solidFill>
            <a:srgbClr val="F2F2F2">
              <a:alpha val="100000"/>
            </a:srgbClr>
          </a:solidFill>
          <a:ln w="12700" cmpd="sng" cap="flat">
            <a:solidFill>
              <a:srgbClr val="DDDDDD">
                <a:alpha val="100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5394960" y="1676400"/>
            <a:ext cx="585216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Dual identity: uuid PK + business employeeNo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5394960" y="2006600"/>
            <a:ext cx="585216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id (uuid) is the internal PK referenced by all foreign keys;</a:t>
            </a: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lang="en-US" sz="1100"/>
          </a:p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employeeNo (E001) is the human-readable business code.</a:t>
            </a:r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5394960" y="2616200"/>
            <a:ext cx="585216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hourlyWage: single wage field (no dual-track flag)</a:t>
            </a:r>
            <a:endParaRPr lang="en-US" sz="1100"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5394960" y="2946400"/>
            <a:ext cx="5852160" cy="711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The isIndividualWage boolean from the design model is not implemented in DB;</a:t>
            </a: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lang="en-US" sz="1100"/>
          </a:p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each employee has one hourly_wage column directly storing the rate.</a:t>
            </a:r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5394960" y="3733800"/>
            <a:ext cx="585216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status: soft-delete via string code</a:t>
            </a:r>
            <a:endParaRPr lang="en-US" sz="1100"/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5394960" y="4064000"/>
            <a:ext cx="5852160" cy="711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Instead of isActive: boolean, the DB uses a status string 'active' / 'resigned';</a:t>
            </a: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lang="en-US" sz="1100"/>
          </a:p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it preserves historical payroll data while hiding resigned employees from views.</a:t>
            </a:r>
          </a:p>
        </p:txBody>
      </p:sp>
      <p:sp>
        <p:nvSpPr>
          <p:cNvPr name="AutoShape 16" id="16"/>
          <p:cNvSpPr txBox="true"/>
          <p:nvPr/>
        </p:nvSpPr>
        <p:spPr>
          <a:xfrm rot="0" flipH="false" flipV="false">
            <a:off x="5394960" y="4851400"/>
            <a:ext cx="585216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Additional fields: leave balance + audit + FK</a:t>
            </a:r>
            <a:endParaRPr lang="en-US" sz="1100"/>
          </a:p>
        </p:txBody>
      </p:sp>
      <p:sp>
        <p:nvSpPr>
          <p:cNvPr name="AutoShape 17" id="17"/>
          <p:cNvSpPr txBox="true"/>
          <p:nvPr/>
        </p:nvSpPr>
        <p:spPr>
          <a:xfrm rot="0" flipH="false" flipV="false">
            <a:off x="5394960" y="5181600"/>
            <a:ext cx="5852160" cy="1168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annualLeaveDays added (design only had sick leave);</a:t>
            </a: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lang="en-US" sz="1100"/>
          </a:p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departmentId FK links to the departments table (new Department class);</a:t>
            </a: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createdAt / updatedAt audit timestamps exist on all tables.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1695" cy="73152"/>
          </a:xfrm>
          <a:prstGeom prst="roundRect">
            <a:avLst>
              <a:gd name="adj" fmla="val 0"/>
            </a:avLst>
          </a:prstGeom>
          <a:solidFill>
            <a:srgbClr val="065A8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731520" y="320040"/>
            <a:ext cx="10698480" cy="685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true" i="false" strike="noStrike" u="none" sz="3000">
                <a:solidFill>
                  <a:srgbClr val="21295C"/>
                </a:solidFill>
                <a:latin typeface="Georgia"/>
                <a:ea typeface="Georgia"/>
                <a:cs typeface="Georgia"/>
                <a:sym typeface="Georgia"/>
              </a:rPr>
              <a:t>03 Detail </a:t>
            </a:r>
            <a:r>
              <a:rPr lang="en-US" b="true" i="false" strike="noStrike" u="none" sz="3000">
                <a:solidFill>
                  <a:srgbClr val="21295C"/>
                </a:solidFill>
                <a:latin typeface="Noto Sans SC"/>
                <a:ea typeface="Noto Sans SC"/>
                <a:cs typeface="Noto Sans SC"/>
                <a:sym typeface="Noto Sans SC"/>
              </a:rPr>
              <a:t>③</a:t>
            </a:r>
            <a:r>
              <a:rPr lang="en-US" b="true" i="false" strike="noStrike" u="none" sz="3000">
                <a:solidFill>
                  <a:srgbClr val="21295C"/>
                </a:solidFill>
                <a:latin typeface="Georgia"/>
                <a:ea typeface="Georgia"/>
                <a:cs typeface="Georgia"/>
                <a:sym typeface="Georgia"/>
              </a:rPr>
              <a:t> — EmployeeType: Position Pricing Entity</a:t>
            </a:r>
            <a:endParaRPr lang="en-US" sz="1100"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716280" y="1234440"/>
            <a:ext cx="1069848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A normalized design that removes data redundancy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31520" y="1600200"/>
            <a:ext cx="4114800" cy="4846320"/>
          </a:xfrm>
          <a:prstGeom prst="roundRect">
            <a:avLst>
              <a:gd name="adj" fmla="val 16666"/>
            </a:avLst>
          </a:prstGeom>
          <a:solidFill>
            <a:srgbClr val="D4EDDA">
              <a:alpha val="100000"/>
            </a:srgbClr>
          </a:solidFill>
          <a:ln w="12700" cmpd="sng" cap="flat">
            <a:solidFill>
              <a:srgbClr val="28A745">
                <a:alpha val="100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914400" y="1737360"/>
            <a:ext cx="3749039" cy="36576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EmployeeType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914400" y="2103120"/>
            <a:ext cx="3749039" cy="32004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0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Foundational data entity</a:t>
            </a:r>
            <a:endParaRPr lang="en-US" sz="1100"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914400" y="2468880"/>
            <a:ext cx="3749039" cy="384048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- typeName: String</a:t>
            </a: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lang="en-US" sz="1100"/>
          </a:p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- defaultHourlyWage: double</a:t>
            </a: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+ getTypeName()</a:t>
            </a: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+ getDefaultWage()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5120640" y="1600200"/>
            <a:ext cx="6355080" cy="4846320"/>
          </a:xfrm>
          <a:prstGeom prst="roundRect">
            <a:avLst>
              <a:gd name="adj" fmla="val 16667"/>
            </a:avLst>
          </a:prstGeom>
          <a:solidFill>
            <a:srgbClr val="F2F2F2">
              <a:alpha val="100000"/>
            </a:srgbClr>
          </a:solidFill>
          <a:ln w="12700" cmpd="sng" cap="flat">
            <a:solidFill>
              <a:srgbClr val="DDDDDD">
                <a:alpha val="100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5394960" y="1783080"/>
            <a:ext cx="5852160" cy="32004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true" i="false" strike="noStrike" u="none" sz="1300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Design rationale: single point of storage for rate standards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5394960" y="2130552"/>
            <a:ext cx="5852160" cy="822959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1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The "position type — default wage" pair is modeled as an independent entity;</a:t>
            </a:r>
            <a:r>
              <a:rPr lang="en-US" b="false" i="false" strike="noStrike" u="none" sz="11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lang="en-US" sz="1100"/>
          </a:p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1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The rate standard is stored exactly once, following normalization principles;</a:t>
            </a:r>
            <a:r>
              <a:rPr lang="en-US" b="false" i="false" strike="noStrike" u="none" sz="11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1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If duplicated on every Employee, a price change would require O(n) updates.</a:t>
            </a:r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5394960" y="3063240"/>
            <a:ext cx="5852160" cy="32004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true" i="false" strike="noStrike" u="none" sz="1300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Cascading effect</a:t>
            </a:r>
            <a:endParaRPr lang="en-US" sz="1100"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5394960" y="3410712"/>
            <a:ext cx="5852160" cy="822959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Changing one type's defaultHourlyWage automatically applies to all employees</a:t>
            </a: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lang="en-US" sz="1100"/>
          </a:p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of that type without individual pricing;</a:t>
            </a: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DB-Aligned: the hourly_wage column directly stores the rate —</a:t>
            </a: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no isIndividualWage dual-track flag exists in the database.</a:t>
            </a:r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5394960" y="4343400"/>
            <a:ext cx="5852160" cy="32004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true" i="false" strike="noStrike" u="none" sz="1300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Association semantics</a:t>
            </a:r>
            <a:endParaRPr lang="en-US" sz="1100"/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5394960" y="4690872"/>
            <a:ext cx="5852160" cy="54864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1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Employee—EmployeeType is an N:1 association;</a:t>
            </a:r>
            <a:r>
              <a:rPr lang="en-US" b="false" i="false" strike="noStrike" u="none" sz="11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lang="en-US" sz="1100"/>
          </a:p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1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Every employee must belong to exactly one position type, forming the payroll default.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1695" cy="73152"/>
          </a:xfrm>
          <a:prstGeom prst="roundRect">
            <a:avLst>
              <a:gd name="adj" fmla="val 0"/>
            </a:avLst>
          </a:prstGeom>
          <a:solidFill>
            <a:srgbClr val="065A8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731520" y="320040"/>
            <a:ext cx="10698480" cy="685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true" i="false" strike="noStrike" u="none" sz="3000">
                <a:solidFill>
                  <a:srgbClr val="21295C"/>
                </a:solidFill>
                <a:latin typeface="Georgia"/>
                <a:ea typeface="Georgia"/>
                <a:cs typeface="Georgia"/>
                <a:sym typeface="Georgia"/>
              </a:rPr>
              <a:t>03 Detail </a:t>
            </a:r>
            <a:r>
              <a:rPr lang="en-US" b="true" i="false" strike="noStrike" u="none" sz="3000">
                <a:solidFill>
                  <a:srgbClr val="21295C"/>
                </a:solidFill>
                <a:latin typeface="Noto Sans SC"/>
                <a:ea typeface="Noto Sans SC"/>
                <a:cs typeface="Noto Sans SC"/>
                <a:sym typeface="Noto Sans SC"/>
              </a:rPr>
              <a:t>④</a:t>
            </a:r>
            <a:r>
              <a:rPr lang="en-US" b="true" i="false" strike="noStrike" u="none" sz="3000">
                <a:solidFill>
                  <a:srgbClr val="21295C"/>
                </a:solidFill>
                <a:latin typeface="Georgia"/>
                <a:ea typeface="Georgia"/>
                <a:cs typeface="Georgia"/>
                <a:sym typeface="Georgia"/>
              </a:rPr>
              <a:t> — Shift &amp; ShiftType: Value-Domain Constraints</a:t>
            </a:r>
            <a:endParaRPr lang="en-US" sz="1100"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731520" y="1234440"/>
            <a:ext cx="1069848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Enumeration constraint and interval-overlap detection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31520" y="1600200"/>
            <a:ext cx="4114800" cy="4846320"/>
          </a:xfrm>
          <a:prstGeom prst="roundRect">
            <a:avLst>
              <a:gd name="adj" fmla="val 16666"/>
            </a:avLst>
          </a:prstGeom>
          <a:solidFill>
            <a:srgbClr val="F2F2F2">
              <a:alpha val="100000"/>
            </a:srgbClr>
          </a:solidFill>
          <a:ln w="12700" cmpd="sng" cap="flat">
            <a:solidFill>
              <a:srgbClr val="DDDDDD">
                <a:alpha val="100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914400" y="1737360"/>
            <a:ext cx="3749039" cy="36576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Shift + «enum» ShiftType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914400" y="2103120"/>
            <a:ext cx="3749039" cy="32004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0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Shift definition entity and its value-constraint enum</a:t>
            </a:r>
            <a:endParaRPr lang="en-US" sz="1100"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914400" y="2468880"/>
            <a:ext cx="3749039" cy="209169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Shift:</a:t>
            </a: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lang="en-US" sz="1100"/>
          </a:p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- shiftId: String</a:t>
            </a: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- shiftType: ShiftType</a:t>
            </a: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- startTime: Time</a:t>
            </a: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- endTime: Time</a:t>
            </a: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- hours: int (DB: shifts.hours)</a:t>
            </a: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- color: String (DB: shifts.color)</a:t>
            </a: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- createdAt / updatedAt: DateTime</a:t>
            </a: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+ getDurationHours()</a:t>
            </a: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+ conflictsWith(other)</a:t>
            </a: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ShiftType (enum):</a:t>
            </a: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MORNING 08:00-12:00</a:t>
            </a: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AFTERNOON 12:00-16:00</a:t>
            </a: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EVENING 16:00-20:00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5120640" y="1600200"/>
            <a:ext cx="6355080" cy="4846320"/>
          </a:xfrm>
          <a:prstGeom prst="roundRect">
            <a:avLst>
              <a:gd name="adj" fmla="val 16667"/>
            </a:avLst>
          </a:prstGeom>
          <a:solidFill>
            <a:srgbClr val="F2F2F2">
              <a:alpha val="100000"/>
            </a:srgbClr>
          </a:solidFill>
          <a:ln w="12700" cmpd="sng" cap="flat">
            <a:solidFill>
              <a:srgbClr val="DDDDDD">
                <a:alpha val="100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5394960" y="1783080"/>
            <a:ext cx="5852160" cy="32004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true" i="false" strike="noStrike" u="none" sz="1300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ShiftType: domain constraint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5394960" y="2130552"/>
            <a:ext cx="5852160" cy="822959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Locks the shift type into three predefined constants in the UML model,</a:t>
            </a: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lang="en-US" sz="1100"/>
          </a:p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preventing dirty data from free-text input at the modeling level;</a:t>
            </a: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DB-Aligned: in the database this is a plain dictionary table shifts(code/name),</a:t>
            </a: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storing strings without a native enum constraint.</a:t>
            </a:r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5394960" y="3063240"/>
            <a:ext cx="5852160" cy="32004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true" i="false" strike="noStrike" u="none" sz="1300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Shift: encapsulation of the time span</a:t>
            </a:r>
            <a:endParaRPr lang="en-US" sz="1100"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5394960" y="3410712"/>
            <a:ext cx="5852160" cy="54864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shiftType identifies the category; startTime/endTime define the interval boundaries;</a:t>
            </a: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lang="en-US" sz="1100"/>
          </a:p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DB-Aligned: hours is precomputed and stored (shifts.hours);</a:t>
            </a: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getDurationHours() remains as a convenience getter.</a:t>
            </a:r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5394960" y="4069080"/>
            <a:ext cx="5852160" cy="32004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true" i="false" strike="noStrike" u="none" sz="1300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conflictsWith(): interval-overlap detection</a:t>
            </a:r>
            <a:endParaRPr lang="en-US" sz="1100"/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5394960" y="4416552"/>
            <a:ext cx="5852160" cy="822959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Two intervals overlap iff start1 &lt; end2 and start2 &lt; end1;</a:t>
            </a: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lang="en-US" sz="1100"/>
          </a:p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Invoked at the scheduling entry point to enforce FR-012 (no overlapping shifts per employee);</a:t>
            </a: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DB-Aligned: this is application-layer logic — schedules has no unique constraint</a:t>
            </a: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and SQLite foreign keys are off, so the DB itself does not enforce it.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1695" cy="73152"/>
          </a:xfrm>
          <a:prstGeom prst="roundRect">
            <a:avLst>
              <a:gd name="adj" fmla="val 0"/>
            </a:avLst>
          </a:prstGeom>
          <a:solidFill>
            <a:srgbClr val="065A8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731520" y="320040"/>
            <a:ext cx="10698480" cy="685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true" i="false" strike="noStrike" u="none" sz="3000">
                <a:solidFill>
                  <a:srgbClr val="21295C"/>
                </a:solidFill>
                <a:latin typeface="Georgia"/>
                <a:ea typeface="Georgia"/>
                <a:cs typeface="Georgia"/>
                <a:sym typeface="Georgia"/>
              </a:rPr>
              <a:t>03 Detail </a:t>
            </a:r>
            <a:r>
              <a:rPr lang="en-US" b="true" i="false" strike="noStrike" u="none" sz="3000">
                <a:solidFill>
                  <a:srgbClr val="21295C"/>
                </a:solidFill>
                <a:latin typeface="Noto Sans SC"/>
                <a:ea typeface="Noto Sans SC"/>
                <a:cs typeface="Noto Sans SC"/>
                <a:sym typeface="Noto Sans SC"/>
              </a:rPr>
              <a:t>⑤</a:t>
            </a:r>
            <a:r>
              <a:rPr lang="en-US" b="true" i="false" strike="noStrike" u="none" sz="3000">
                <a:solidFill>
                  <a:srgbClr val="21295C"/>
                </a:solidFill>
                <a:latin typeface="Georgia"/>
                <a:ea typeface="Georgia"/>
                <a:cs typeface="Georgia"/>
                <a:sym typeface="Georgia"/>
              </a:rPr>
              <a:t> — ShiftAssignment: Associative Entity</a:t>
            </a:r>
            <a:endParaRPr lang="en-US" sz="1100"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731520" y="960120"/>
            <a:ext cx="1069848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Relational representation of a many-to-many relationship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31520" y="1600200"/>
            <a:ext cx="4114800" cy="4846320"/>
          </a:xfrm>
          <a:prstGeom prst="roundRect">
            <a:avLst>
              <a:gd name="adj" fmla="val 16666"/>
            </a:avLst>
          </a:prstGeom>
          <a:solidFill>
            <a:srgbClr val="F2F2F2">
              <a:alpha val="100000"/>
            </a:srgbClr>
          </a:solidFill>
          <a:ln w="12700" cmpd="sng" cap="flat">
            <a:solidFill>
              <a:srgbClr val="DDDDDD">
                <a:alpha val="100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914400" y="1737360"/>
            <a:ext cx="3749039" cy="36576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ShiftAssignment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914400" y="2103120"/>
            <a:ext cx="3749039" cy="32004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0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Associative entity: employee </a:t>
            </a:r>
            <a:r>
              <a:rPr lang="en-US" b="false" i="false" strike="noStrike" u="none" sz="10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×</a:t>
            </a:r>
            <a:r>
              <a:rPr lang="en-US" b="false" i="false" strike="noStrike" u="none" sz="10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 shift </a:t>
            </a:r>
            <a:r>
              <a:rPr lang="en-US" b="false" i="false" strike="noStrike" u="none" sz="10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×</a:t>
            </a:r>
            <a:r>
              <a:rPr lang="en-US" b="false" i="false" strike="noStrike" u="none" sz="10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 date</a:t>
            </a:r>
            <a:endParaRPr lang="en-US" sz="1100"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914400" y="2468880"/>
            <a:ext cx="3749039" cy="384048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ShiftAssignment:</a:t>
            </a: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lang="en-US" sz="1100"/>
          </a:p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- assignmentId: String</a:t>
            </a: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- workDate: Date (was: date)</a:t>
            </a: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- status: String</a:t>
            </a: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- notes: String</a:t>
            </a: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- createdAt / updatedAt: DateTime</a:t>
            </a: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+ store()</a:t>
            </a: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+ remove()</a:t>
            </a: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-- associated with Shift (normal association, was ◆ composition)</a:t>
            </a: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← associated with Employee (crow's foot)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5120640" y="1600200"/>
            <a:ext cx="6355080" cy="4846320"/>
          </a:xfrm>
          <a:prstGeom prst="roundRect">
            <a:avLst>
              <a:gd name="adj" fmla="val 16667"/>
            </a:avLst>
          </a:prstGeom>
          <a:solidFill>
            <a:srgbClr val="F2F2F2">
              <a:alpha val="100000"/>
            </a:srgbClr>
          </a:solidFill>
          <a:ln w="12700" cmpd="sng" cap="flat">
            <a:solidFill>
              <a:srgbClr val="DDDDDD">
                <a:alpha val="100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5394960" y="1783080"/>
            <a:ext cx="5852160" cy="32004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true" i="false" strike="noStrike" u="none" sz="1300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Design rationale: a relationship that carries attributes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5394960" y="2130552"/>
            <a:ext cx="5852160" cy="109728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1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Employee and Shift form a time-varying many-to-many relationship:</a:t>
            </a:r>
            <a:r>
              <a:rPr lang="en-US" b="false" i="false" strike="noStrike" u="none" sz="11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1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one employee takes multiple shifts on different dates; one shift is staffed by several employees;</a:t>
            </a:r>
            <a:r>
              <a:rPr lang="en-US" b="false" i="false" strike="noStrike" u="none" sz="11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1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The relationship itself carries the date attribute, hence an associative entity —</a:t>
            </a:r>
            <a:r>
              <a:rPr lang="en-US" b="false" i="false" strike="noStrike" u="none" sz="11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1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each record represents the triple (employee </a:t>
            </a:r>
            <a:r>
              <a:rPr lang="en-US" b="false" i="false" strike="noStrike" u="none" sz="11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×</a:t>
            </a:r>
            <a:r>
              <a:rPr lang="en-US" b="false" i="false" strike="noStrike" u="none" sz="11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shift </a:t>
            </a:r>
            <a:r>
              <a:rPr lang="en-US" b="false" i="false" strike="noStrike" u="none" sz="11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×</a:t>
            </a:r>
            <a:r>
              <a:rPr lang="en-US" b="false" i="false" strike="noStrike" u="none" sz="11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date).</a:t>
            </a:r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5394960" y="3337560"/>
            <a:ext cx="5852160" cy="32004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true" i="false" strike="noStrike" u="none" sz="1300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Operation encapsulation &amp; constraint cohesion</a:t>
            </a:r>
            <a:endParaRPr lang="en-US" sz="1100"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5394960" y="3685032"/>
            <a:ext cx="5852160" cy="822959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1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store() persists a record after conflict detection and weekly-shift-limit validation;</a:t>
            </a:r>
            <a:r>
              <a:rPr lang="en-US" b="false" i="false" strike="noStrike" u="none" sz="11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lang="en-US" sz="1100"/>
          </a:p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1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remove() revokes a record; business rules stay cohesive within entity operations,</a:t>
            </a:r>
            <a:r>
              <a:rPr lang="en-US" b="false" i="false" strike="noStrike" u="none" sz="11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1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so callers need no knowledge of the validation details.</a:t>
            </a:r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5394960" y="4617720"/>
            <a:ext cx="5852160" cy="32004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true" i="false" strike="noStrike" u="none" sz="1300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Composition → normal association (DB-Aligned)</a:t>
            </a:r>
            <a:endParaRPr lang="en-US" sz="1100"/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5394960" y="4965192"/>
            <a:ext cx="5852160" cy="54864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Assignment records reference shift definitions through a plain FK (schedules.shift_id);</a:t>
            </a: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lang="en-US" sz="1100"/>
          </a:p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in the database this is a standard child/junction table without composite lifecycle (DB-Aligned).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1695" cy="73152"/>
          </a:xfrm>
          <a:prstGeom prst="roundRect">
            <a:avLst>
              <a:gd name="adj" fmla="val 0"/>
            </a:avLst>
          </a:prstGeom>
          <a:solidFill>
            <a:srgbClr val="065A8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731520" y="320040"/>
            <a:ext cx="10698480" cy="685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true" i="false" strike="noStrike" u="none" sz="3000">
                <a:solidFill>
                  <a:srgbClr val="21295C"/>
                </a:solidFill>
                <a:latin typeface="Georgia"/>
                <a:ea typeface="Georgia"/>
                <a:cs typeface="Georgia"/>
                <a:sym typeface="Georgia"/>
              </a:rPr>
              <a:t>03 Detail ⑥ — WorkRecord &amp; SickLeave</a:t>
            </a:r>
            <a:endParaRPr lang="en-US" sz="1100"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746607" y="1216151"/>
            <a:ext cx="1069848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Event logging and state-machine-driven approval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31520" y="1600200"/>
            <a:ext cx="4114800" cy="4846320"/>
          </a:xfrm>
          <a:prstGeom prst="roundRect">
            <a:avLst>
              <a:gd name="adj" fmla="val 16666"/>
            </a:avLst>
          </a:prstGeom>
          <a:solidFill>
            <a:srgbClr val="F2F2F2">
              <a:alpha val="100000"/>
            </a:srgbClr>
          </a:solidFill>
          <a:ln w="12700" cmpd="sng" cap="flat">
            <a:solidFill>
              <a:srgbClr val="DDDDDD">
                <a:alpha val="100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914400" y="1737360"/>
            <a:ext cx="3749039" cy="36576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WorkRecord / SickLeave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914400" y="2103120"/>
            <a:ext cx="3749039" cy="32004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0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Clock-in event record and sick-leave entity</a:t>
            </a:r>
            <a:endParaRPr lang="en-US" sz="1100"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914400" y="2468880"/>
            <a:ext cx="3749039" cy="384048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WorkRecord:</a:t>
            </a: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lang="en-US" sz="1100"/>
          </a:p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- recordId: String</a:t>
            </a: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- startTime / endTime: DateTime (was: startTimestamp)</a:t>
            </a: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- scheduleId: FK</a:t>
            </a: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- createdAt / updatedAt: DateTime</a:t>
            </a: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+ recordStart()</a:t>
            </a: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+ recordEnd()</a:t>
            </a: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+ getHoursWorked()</a:t>
            </a: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SickLeave:</a:t>
            </a: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- startDate / endDate: Date</a:t>
            </a: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- days: int (stored, was calculateDays())</a:t>
            </a: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- reason: String</a:t>
            </a: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- status: SickLeaveStatus</a:t>
            </a: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- approverId: FK</a:t>
            </a: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- approvedAt: DateTime</a:t>
            </a: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- comment: String</a:t>
            </a: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- createdAt / updatedAt: DateTime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5120640" y="1600200"/>
            <a:ext cx="6355080" cy="4846320"/>
          </a:xfrm>
          <a:prstGeom prst="roundRect">
            <a:avLst>
              <a:gd name="adj" fmla="val 16667"/>
            </a:avLst>
          </a:prstGeom>
          <a:solidFill>
            <a:srgbClr val="F2F2F2">
              <a:alpha val="100000"/>
            </a:srgbClr>
          </a:solidFill>
          <a:ln w="12700" cmpd="sng" cap="flat">
            <a:solidFill>
              <a:srgbClr val="DDDDDD">
                <a:alpha val="100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5394960" y="1783080"/>
            <a:ext cx="5852160" cy="32004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true" i="false" strike="noStrike" u="none" sz="1300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WorkRecord: the source of truth for attendance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5394960" y="2130552"/>
            <a:ext cx="5852160" cy="822959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recordStart() / recordEnd() handle the Start-Work and End-Work events;</a:t>
            </a: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lang="en-US" sz="1100"/>
          </a:p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DB-Aligned: endTime and scheduleId are now stored (attendances.end_time / schedule_id);</a:t>
            </a: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getHoursWorked() derives actual working hours from startTime/endTime.</a:t>
            </a:r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5394960" y="3063240"/>
            <a:ext cx="5852160" cy="32004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true" i="false" strike="noStrike" u="none" sz="1300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SickLeave: a state-machine-driven entity</a:t>
            </a:r>
            <a:endParaRPr lang="en-US" sz="1100"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5394960" y="3410712"/>
            <a:ext cx="5852160" cy="822959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status takes PENDING / APPROVED / REJECTED, forming an approval state machine;</a:t>
            </a: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lang="en-US" sz="1100"/>
          </a:p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DB-Aligned: days is stored directly (leaves.days) instead of derived;</a:t>
            </a: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approverId / approvedAt / comment complete the approval loop (who approved, when, note).</a:t>
            </a:r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5394960" y="4343400"/>
            <a:ext cx="5852160" cy="32004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true" i="false" strike="noStrike" u="none" sz="1300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Cross-entity state consistency</a:t>
            </a:r>
            <a:endParaRPr lang="en-US" sz="1100"/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5394960" y="4690872"/>
            <a:ext cx="5852160" cy="54864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Approval deducts Employee.sickLeaveDays;</a:t>
            </a: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lang="en-US" sz="1100"/>
          </a:p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The association keeps balance changes traceable against approval records.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1695" cy="73152"/>
          </a:xfrm>
          <a:prstGeom prst="roundRect">
            <a:avLst>
              <a:gd name="adj" fmla="val 0"/>
            </a:avLst>
          </a:prstGeom>
          <a:solidFill>
            <a:srgbClr val="065A8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731520" y="320040"/>
            <a:ext cx="10698480" cy="685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true" i="false" strike="noStrike" u="none" sz="3000">
                <a:solidFill>
                  <a:srgbClr val="21295C"/>
                </a:solidFill>
                <a:latin typeface="Georgia"/>
                <a:ea typeface="Georgia"/>
                <a:cs typeface="Georgia"/>
                <a:sym typeface="Georgia"/>
              </a:rPr>
              <a:t>03 Detail </a:t>
            </a:r>
            <a:r>
              <a:rPr lang="en-US" b="true" i="false" strike="noStrike" u="none" sz="3000">
                <a:solidFill>
                  <a:srgbClr val="21295C"/>
                </a:solidFill>
                <a:latin typeface="Noto Sans SC"/>
                <a:ea typeface="Noto Sans SC"/>
                <a:cs typeface="Noto Sans SC"/>
                <a:sym typeface="Noto Sans SC"/>
              </a:rPr>
              <a:t>⑦</a:t>
            </a:r>
            <a:r>
              <a:rPr lang="en-US" b="true" i="false" strike="noStrike" u="none" sz="3000">
                <a:solidFill>
                  <a:srgbClr val="21295C"/>
                </a:solidFill>
                <a:latin typeface="Georgia"/>
                <a:ea typeface="Georgia"/>
                <a:cs typeface="Georgia"/>
                <a:sym typeface="Georgia"/>
              </a:rPr>
              <a:t> — Product &amp; RestockRequest: Inventory Domain</a:t>
            </a:r>
            <a:endParaRPr lang="en-US" sz="1100"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731520" y="1280160"/>
            <a:ext cx="1069848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Stock-level alerting and restock state flow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31520" y="1600200"/>
            <a:ext cx="4114800" cy="4846320"/>
          </a:xfrm>
          <a:prstGeom prst="roundRect">
            <a:avLst>
              <a:gd name="adj" fmla="val 16666"/>
            </a:avLst>
          </a:prstGeom>
          <a:solidFill>
            <a:srgbClr val="F2F2F2">
              <a:alpha val="100000"/>
            </a:srgbClr>
          </a:solidFill>
          <a:ln w="12700" cmpd="sng" cap="flat">
            <a:solidFill>
              <a:srgbClr val="DDDDDD">
                <a:alpha val="100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914400" y="1737360"/>
            <a:ext cx="3749039" cy="36576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Product / RestockRequest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914400" y="2103120"/>
            <a:ext cx="3749039" cy="32004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0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Inventory entity and restock-request entity</a:t>
            </a:r>
            <a:endParaRPr lang="en-US" sz="1100"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914400" y="2468880"/>
            <a:ext cx="3749039" cy="384048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Product:</a:t>
            </a: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lang="en-US" sz="1100"/>
          </a:p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- productId: String</a:t>
            </a: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- name: String</a:t>
            </a: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- categoryId / categoryName: String (was: category)</a:t>
            </a: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- stockQuantity: int</a:t>
            </a: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- minStockLevel: int (was: lowStockThreshold)</a:t>
            </a: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- status: String ('normal' / 'low_stock' / 'out_of_stock')</a:t>
            </a: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- createdAt / updatedAt: DateTime</a:t>
            </a: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RestockRequest:</a:t>
            </a: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- requestedQuantity: int</a:t>
            </a: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- status: RequestStatus (PENDING / COMPLETED)</a:t>
            </a: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- requestedBy / processedBy: FK</a:t>
            </a: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- createdAt / updatedAt: DateTime</a:t>
            </a: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+ markProcessed()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5120640" y="1600200"/>
            <a:ext cx="6355080" cy="4846320"/>
          </a:xfrm>
          <a:prstGeom prst="roundRect">
            <a:avLst>
              <a:gd name="adj" fmla="val 16667"/>
            </a:avLst>
          </a:prstGeom>
          <a:solidFill>
            <a:srgbClr val="F2F2F2">
              <a:alpha val="100000"/>
            </a:srgbClr>
          </a:solidFill>
          <a:ln w="12700" cmpd="sng" cap="flat">
            <a:solidFill>
              <a:srgbClr val="DDDDDD">
                <a:alpha val="100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5394960" y="1783080"/>
            <a:ext cx="5852160" cy="32004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true" i="false" strike="noStrike" u="none" sz="1300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Product: master data &amp; stock state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5394960" y="2130552"/>
            <a:ext cx="5852160" cy="822959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Encapsulates static product info (ID, name, categoryId/categoryName) and dynamic stock state;</a:t>
            </a: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lang="en-US" sz="1100"/>
          </a:p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minStockLevel supports per-product replenishment thresholds;</a:t>
            </a: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DB-Aligned: status ('normal'/'low_stock'/'out_of_stock') replaces the isLowStock() boolean predicate.</a:t>
            </a:r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5394960" y="3063240"/>
            <a:ext cx="5852160" cy="32004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true" i="false" strike="noStrike" u="none" sz="1300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RestockRequest: a two-phase restock flow</a:t>
            </a:r>
            <a:endParaRPr lang="en-US" sz="1100"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5394960" y="3410712"/>
            <a:ext cx="5852160" cy="822959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Phase 1: stock hits the threshold → a request is created with status PENDING;</a:t>
            </a: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lang="en-US" sz="1100"/>
          </a:p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Phase 2: after restocking, markProcessed() moves it to COMPLETED (was PROCESSED)</a:t>
            </a: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and records processedBy, closing a traceable loop.</a:t>
            </a:r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5394960" y="4343400"/>
            <a:ext cx="5852160" cy="32004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true" i="false" strike="noStrike" u="none" sz="1300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Scope control</a:t>
            </a:r>
            <a:endParaRPr lang="en-US" sz="1100"/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5394960" y="4690872"/>
            <a:ext cx="5852160" cy="822959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1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This version implements read-only queries and restock marking only (Could priority);</a:t>
            </a:r>
            <a:r>
              <a:rPr lang="en-US" b="false" i="false" strike="noStrike" u="none" sz="11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lang="en-US" sz="1100"/>
          </a:p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1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Full inbound/outbound and procurement management is deferred (Won't);</a:t>
            </a:r>
            <a:r>
              <a:rPr lang="en-US" b="false" i="false" strike="noStrike" u="none" sz="11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1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Following YAGNI, no extra classes are pre-introduced in the class diagram.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1695" cy="73152"/>
          </a:xfrm>
          <a:prstGeom prst="roundRect">
            <a:avLst>
              <a:gd name="adj" fmla="val 0"/>
            </a:avLst>
          </a:prstGeom>
          <a:solidFill>
            <a:srgbClr val="065A8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731520" y="320040"/>
            <a:ext cx="10698480" cy="685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true" i="false" strike="noStrike" u="none" sz="3000">
                <a:solidFill>
                  <a:srgbClr val="21295C"/>
                </a:solidFill>
                <a:latin typeface="Georgia"/>
                <a:ea typeface="Georgia"/>
                <a:cs typeface="Georgia"/>
                <a:sym typeface="Georgia"/>
              </a:rPr>
              <a:t>04 Class Relationship Analysis</a:t>
            </a:r>
            <a:endParaRPr lang="en-US" sz="1100"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731520" y="960120"/>
            <a:ext cx="1069848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Semantics and design rationale of the four relationship kinds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31520" y="1600200"/>
            <a:ext cx="109728" cy="1005840"/>
          </a:xfrm>
          <a:prstGeom prst="roundRect">
            <a:avLst>
              <a:gd name="adj" fmla="val 0"/>
            </a:avLst>
          </a:prstGeom>
          <a:solidFill>
            <a:srgbClr val="065A8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1005840" y="1645920"/>
            <a:ext cx="5486400" cy="36576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Generalization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1005840" y="2011680"/>
            <a:ext cx="10515600" cy="64008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AdministrationStaff, Manager, WarehouseWorker, and StoreEmployee generalize from the abstract base class User;</a:t>
            </a: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lang="en-US" sz="1100"/>
          </a:p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Authentication is pulled up for reuse; role responsibilities are specialized downward — honoring LSP and OCP (Detail ①).</a:t>
            </a: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DB-Aligned: the hierarchy collapses to one users table with a roles string column;</a:t>
            </a: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the 'manager' role value is removed — shift_manager takes over its permissions as a role value only.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31520" y="2834640"/>
            <a:ext cx="109728" cy="1005840"/>
          </a:xfrm>
          <a:prstGeom prst="roundRect">
            <a:avLst>
              <a:gd name="adj" fmla="val 0"/>
            </a:avLst>
          </a:prstGeom>
          <a:solidFill>
            <a:srgbClr val="1C7293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1005840" y="2880360"/>
            <a:ext cx="5486400" cy="36576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Association</a:t>
            </a:r>
            <a:endParaRPr lang="en-US" sz="1100"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1005840" y="3246120"/>
            <a:ext cx="10515600" cy="64008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Employee—EmployeeType: an N:1 ownership association forming the payroll default (Detail ③);</a:t>
            </a: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lang="en-US" sz="1100"/>
          </a:p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Employee—ShiftAssignment / WorkRecord / SickLeave: 1:N associations — one employee owns multiple business records (Details ②⑤⑥);</a:t>
            </a: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ShiftAssignment—Shift: normal association backed by a plain DB foreign key (DB-Aligned).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31520" y="4069080"/>
            <a:ext cx="109728" cy="1005840"/>
          </a:xfrm>
          <a:prstGeom prst="roundRect">
            <a:avLst>
              <a:gd name="adj" fmla="val 0"/>
            </a:avLst>
          </a:prstGeom>
          <a:solidFill>
            <a:srgbClr val="21295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1005840" y="4114800"/>
            <a:ext cx="5486400" cy="36576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true" i="false" strike="noStrike" u="none" sz="1300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Composition</a:t>
            </a:r>
            <a:endParaRPr lang="en-US" sz="1100"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1005840" y="4480560"/>
            <a:ext cx="10515600" cy="711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Product—RestockRequest: 1:N — one product accumulates multiple restock requests (Detail ⑦);</a:t>
            </a: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lang="en-US" sz="1100"/>
          </a:p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ShiftAssignment—Shift no longer uses composition: the DB keeps only a plain FK</a:t>
            </a: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FK constraints are off — no lifecycle semantics (DB-Aligned).</a:t>
            </a:r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731520" y="5303520"/>
            <a:ext cx="109728" cy="1005840"/>
          </a:xfrm>
          <a:prstGeom prst="roundRect">
            <a:avLst>
              <a:gd name="adj" fmla="val 0"/>
            </a:avLst>
          </a:prstGeom>
          <a:solidFill>
            <a:srgbClr val="02809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1005840" y="5349240"/>
            <a:ext cx="5486400" cy="36576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Dependency</a:t>
            </a:r>
            <a:endParaRPr lang="en-US" sz="1100"/>
          </a:p>
        </p:txBody>
      </p:sp>
      <p:sp>
        <p:nvSpPr>
          <p:cNvPr name="AutoShape 16" id="16"/>
          <p:cNvSpPr txBox="true"/>
          <p:nvPr/>
        </p:nvSpPr>
        <p:spPr>
          <a:xfrm rot="0" flipH="false" flipV="false">
            <a:off x="1005840" y="5715000"/>
            <a:ext cx="10515600" cy="64008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Shift→ShiftType, SickLeave→SickLeaveStatus, RestockRequest→RequestStatus;</a:t>
            </a:r>
            <a:r>
              <a:rPr lang="en-US" b="false" i="false" strike="noStrike" u="none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lang="en-US" sz="1100"/>
          </a:p>
          <a:p>
            <a:pPr algn="l" marL="0" indent="0" defTabSz="4572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Enumerations constrain attribute value spaces — a usage-level dependency (see Modeling Mechanisms).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5A82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1695" cy="73152"/>
          </a:xfrm>
          <a:prstGeom prst="rect">
            <a:avLst/>
          </a:prstGeom>
          <a:solidFill>
            <a:srgbClr val="21295C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0" y="6784848"/>
            <a:ext cx="12191695" cy="73152"/>
          </a:xfrm>
          <a:prstGeom prst="rect">
            <a:avLst/>
          </a:prstGeom>
          <a:solidFill>
            <a:srgbClr val="21295C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0" y="2286000"/>
            <a:ext cx="12191695" cy="1371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ctr" marL="0" indent="0" defTabSz="457200">
              <a:lnSpc>
                <a:spcPct val="100000"/>
              </a:lnSpc>
              <a:defRPr/>
            </a:pPr>
            <a:r>
              <a:rPr lang="en-US" b="true" i="false" strike="noStrike" u="none" sz="60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Thank You</a:t>
            </a:r>
            <a:endParaRPr lang="en-US" sz="1100"/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0" y="3657600"/>
            <a:ext cx="12191695" cy="5486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91440" rIns="91440" tIns="45720" bIns="45720">
            <a:spAutoFit/>
          </a:bodyPr>
          <a:lstStyle/>
          <a:p>
            <a:pPr algn="ctr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2000">
                <a:solidFill>
                  <a:srgbClr val="DDDDDD"/>
                </a:solidFill>
                <a:latin typeface="Calibri"/>
                <a:ea typeface="Calibri"/>
                <a:cs typeface="Calibri"/>
                <a:sym typeface="Calibri"/>
              </a:rPr>
              <a:t>Questions &amp; Discussion</a:t>
            </a:r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0" y="5943600"/>
            <a:ext cx="12191695" cy="457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91440" rIns="91440" tIns="45720" bIns="45720">
            <a:spAutoFit/>
          </a:bodyPr>
          <a:lstStyle/>
          <a:p>
            <a:pPr algn="ctr" marL="0" indent="0" defTabSz="45720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BBCCDD"/>
                </a:solidFill>
                <a:latin typeface="Calibri"/>
                <a:ea typeface="Calibri"/>
                <a:cs typeface="Calibri"/>
                <a:sym typeface="Calibri"/>
              </a:rPr>
              <a:t>Meiti Shangcheng Employee &amp; Shift Management System · Class Diagram Design</a:t>
            </a:r>
            <a:endParaRPr lang="en-US" sz="1100"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0" y="6318250"/>
            <a:ext cx="1524000" cy="5397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自定义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{"Label":"1","ContentProducer":"001191110102MACQD9K64010000","ProduceID":"7701629259424566302","ReservedCode1":"","ContentPropagator":"","PropagateID":"","ReservedCode2":""}</vt:lpwstr>
  </property>
</Properties>
</file>